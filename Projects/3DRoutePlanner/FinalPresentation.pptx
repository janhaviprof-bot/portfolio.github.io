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39"/>
  </p:notesMasterIdLst>
  <p:sldIdLst>
    <p:sldId id="257" r:id="rId3"/>
    <p:sldId id="259" r:id="rId4"/>
    <p:sldId id="258" r:id="rId5"/>
    <p:sldId id="260" r:id="rId6"/>
    <p:sldId id="273" r:id="rId7"/>
    <p:sldId id="281" r:id="rId8"/>
    <p:sldId id="282" r:id="rId9"/>
    <p:sldId id="284" r:id="rId10"/>
    <p:sldId id="283" r:id="rId11"/>
    <p:sldId id="269" r:id="rId12"/>
    <p:sldId id="270" r:id="rId13"/>
    <p:sldId id="263" r:id="rId14"/>
    <p:sldId id="262" r:id="rId15"/>
    <p:sldId id="265" r:id="rId16"/>
    <p:sldId id="275" r:id="rId17"/>
    <p:sldId id="276" r:id="rId18"/>
    <p:sldId id="277" r:id="rId19"/>
    <p:sldId id="278" r:id="rId20"/>
    <p:sldId id="279" r:id="rId21"/>
    <p:sldId id="280" r:id="rId22"/>
    <p:sldId id="274" r:id="rId23"/>
    <p:sldId id="285" r:id="rId24"/>
    <p:sldId id="286" r:id="rId25"/>
    <p:sldId id="288" r:id="rId26"/>
    <p:sldId id="289" r:id="rId27"/>
    <p:sldId id="290" r:id="rId28"/>
    <p:sldId id="291" r:id="rId29"/>
    <p:sldId id="292" r:id="rId30"/>
    <p:sldId id="293" r:id="rId31"/>
    <p:sldId id="296" r:id="rId32"/>
    <p:sldId id="294" r:id="rId33"/>
    <p:sldId id="299" r:id="rId34"/>
    <p:sldId id="287" r:id="rId35"/>
    <p:sldId id="297" r:id="rId36"/>
    <p:sldId id="298" r:id="rId37"/>
    <p:sldId id="29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032C7C-C474-440F-A6BC-CD24D97ACE02}" type="datetimeFigureOut">
              <a:rPr lang="en-US" smtClean="0"/>
              <a:t>5/18/2026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FF28A-C62F-4CA1-A43B-C52ED6A37D7D}" type="slidenum">
              <a:rPr lang="en-US" smtClean="0"/>
              <a:t>‹#›</a:t>
            </a:fld>
            <a:endParaRPr lang="en-US"/>
          </a:p>
        </p:txBody>
      </p:sp>
    </p:spTree>
    <p:extLst>
      <p:ext uri="{BB962C8B-B14F-4D97-AF65-F5344CB8AC3E}">
        <p14:creationId xmlns:p14="http://schemas.microsoft.com/office/powerpoint/2010/main" val="3161365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 Slide 1 — Title</a:t>
            </a:r>
          </a:p>
          <a:p/>
          <a:p>
            <a:r>
              <a:t>Good [morning/afternoon]. I am Janhavi Gaikwad. Today I present my graduate capstone: Comparative Frameworks for 3D Path Planning in dense urban airspace.</a:t>
            </a:r>
          </a:p>
          <a:p/>
          <a:p>
            <a:r>
              <a:t>I built and compared two complete pipelines—from 3D city geometry through no-fly zones to pathfinding—and ran sensitivity analysis on both. Framework 1 is visibility graph plus Dijkstra on cuboid NFZs. Framework 2 is buffer-field 3D A* on a raster clearance map.</a:t>
            </a:r>
          </a:p>
          <a:p/>
          <a:p>
            <a:r>
              <a:t>The thread through the talk is: how we approximate the city, how we enforce safety, which algorithm we chose and why, and which framework fits city-scale UAM versus high-fidelity local planning.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[0:40] Slide 2 — Roadmap</a:t>
            </a:r>
          </a:p>
          <a:p/>
          <a:p>
            <a:r>
              <a:t>Here is the roadmap. Section A states the problem and objectives. Section B walks Framework 1 end to end. Section C does the same for Framework 2. Section D compares outputs and computational trade-offs. Section E concludes with recommendations, especially for a Hong Kong–style dense city.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Slide 3 — Why Urban 3D Path Planning Matters</a:t>
            </a:r>
          </a:p>
          <a:p/>
          <a:p>
            <a:r>
              <a:t>Urban airspace is getting crowded. By 2050, most people will live in cities; drone delivery is projected to grow sharply. That means planners must work in three dimensions, not on a flat map.</a:t>
            </a:r>
          </a:p>
          <a:p/>
          <a:p>
            <a:r>
              <a:t>Three points matter for this project. First, 3D obstacle avoidance in street canyons is harder than 2D routing. Second, regulators require no-fly zones—buffers around buildings and low-altitude restrictions—that 2D tools cannot represent. Third, we cannot optimize only for shortest distance; we need safety margins, runtime, and repeatable routes for operations.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Slide 4 — Goal</a:t>
            </a:r>
          </a:p>
          <a:p/>
          <a:p>
            <a:r>
              <a:t>The capstone goal is to compare these two frameworks on the same urban model: 73 buildings, five origin–destination pairs, and four ground-clearance levels—3, 5, 10, and 15 metres.</a:t>
            </a:r>
          </a:p>
          <a:p/>
          <a:p>
            <a:r>
              <a:t>Objectives: O1—understand Pipeline A: cuboid NFZs, visibility graph, Dijkstra. O2—understand Pipeline B: height and buffer rasters, 3D A\. O3—decide which pipeline fits this use case.</a:t>
            </a:r>
          </a:p>
          <a:p/>
          <a:p>
            <a:r>
              <a:t>My headline finding: VG + Dijkstra for city-scale UAM and replanning; buffer + A\ when minimum distance justifies heavy offline compute on a smaller corridor.</a:t>
            </a:r>
          </a:p>
          <a:p/>
          <a:p>
            <a:r>
              <a:t>### SECTION B — FRAMEWORK 1 (VG + DIJKSTRA)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B3843-1543-1269-D8C6-05A8E207E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48359-0037-F419-BDF6-2A9A6EA4B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9E3B8-3C48-88B1-C90D-E2E0F2C0107A}"/>
              </a:ext>
            </a:extLst>
          </p:cNvPr>
          <p:cNvSpPr>
            <a:spLocks noGrp="1"/>
          </p:cNvSpPr>
          <p:nvPr>
            <p:ph type="body" idx="1"/>
          </p:nvPr>
        </p:nvSpPr>
        <p:spPr/>
        <p:txBody>
          <a:bodyPr/>
          <a:lstStyle/>
          <a:p>
            <a:r>
              <a:t>[0:20] Slide 5 — Framework 1 title</a:t>
            </a:r>
          </a:p>
          <a:p/>
          <a:p>
            <a:r>
              <a:t>Section B: Framework 1—visibility graph plus Dijkstra. I will cover geometry approximation, NFZ creation, algorithm selection, the planner itself, and sensitivity results.</a:t>
            </a:r>
          </a:p>
        </p:txBody>
      </p:sp>
      <p:sp>
        <p:nvSpPr>
          <p:cNvPr id="4" name="Slide Number Placeholder 3">
            <a:extLst>
              <a:ext uri="{FF2B5EF4-FFF2-40B4-BE49-F238E27FC236}">
                <a16:creationId xmlns:a16="http://schemas.microsoft.com/office/drawing/2014/main" id="{C18C4230-DCCB-F474-BCBD-A8993A5C163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15512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3F0C7-96F2-E1C4-59E6-BA5B2E579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FA593-DC11-D294-0B1A-7084233E4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023AD8-A74F-CF1B-CC26-34823AF2A68B}"/>
              </a:ext>
            </a:extLst>
          </p:cNvPr>
          <p:cNvSpPr>
            <a:spLocks noGrp="1"/>
          </p:cNvSpPr>
          <p:nvPr>
            <p:ph type="body" idx="1"/>
          </p:nvPr>
        </p:nvSpPr>
        <p:spPr/>
        <p:txBody>
          <a:bodyPr/>
          <a:lstStyle/>
          <a:p>
            <a:r>
              <a:t>[1:20] Slide 6 — Landscape approximation (concept)</a:t>
            </a:r>
          </a:p>
          <a:p/>
          <a:p>
            <a:r>
              <a:t>We start from a text grid: each cell has row, column, and height. Any cell with height greater than zero is occupied.</a:t>
            </a:r>
          </a:p>
          <a:p/>
          <a:p>
            <a:r>
              <a:t>We cluster occupied cells with 8-connected components—each cluster is one building. Per cluster we take the axis-aligned footprint in X–Y and the maximum height as a flat roof. Each building becomes one cuboid with eight vertices: bottom at z equals zero, top at z equals peak height.</a:t>
            </a:r>
          </a:p>
          <a:p/>
          <a:p>
            <a:r>
              <a:t>Assumptions: touching buildings merge into one box; roofs are flat; positions snap to integer grid corners—so sub-cell detail is lost. Output is building_cuboids.json.</a:t>
            </a:r>
          </a:p>
          <a:p/>
          <a:p>
            <a:r>
              <a:t>This is a deliberate conservative simplification: fast to build, compatible with box–box visibility tests, but not architectural mesh fidelity.</a:t>
            </a:r>
          </a:p>
        </p:txBody>
      </p:sp>
      <p:sp>
        <p:nvSpPr>
          <p:cNvPr id="4" name="Slide Number Placeholder 3">
            <a:extLst>
              <a:ext uri="{FF2B5EF4-FFF2-40B4-BE49-F238E27FC236}">
                <a16:creationId xmlns:a16="http://schemas.microsoft.com/office/drawing/2014/main" id="{BBDC9B50-6BB4-2349-7F43-1A93626021D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84393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[0:35] Slide 7 — Landscape approximation (visual)</a:t>
            </a:r>
          </a:p>
          <a:p/>
          <a:p>
            <a:r>
              <a:t>On the left: original raster geometry. On the right: cuboid approximation. You can see footprints tighten into boxes and roofs flatten. The planner will never fly through these boxes; it routes around corners of the expanded NFZs we add next.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DDB5A-2F8E-D8D8-F062-ED8ADDBDD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4E96F-3ADE-1D34-43B3-9BD23500F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87E066-67B0-188D-BAC7-B402D5CCBFFA}"/>
              </a:ext>
            </a:extLst>
          </p:cNvPr>
          <p:cNvSpPr>
            <a:spLocks noGrp="1"/>
          </p:cNvSpPr>
          <p:nvPr>
            <p:ph type="body" idx="1"/>
          </p:nvPr>
        </p:nvSpPr>
        <p:spPr/>
        <p:txBody>
          <a:bodyPr/>
          <a:lstStyle/>
          <a:p>
            <a:r>
              <a:t>[1:15] Slide 8 — No-fly zone addition (concept)</a:t>
            </a:r>
          </a:p>
          <a:p/>
          <a:p>
            <a:r>
              <a:t>NFZs wrap each building cuboid with a uniform buffer param_building in X, Y, and above the roof in Z. A ground NFZ is a low slab from z equals zero up to param_ground over the map extent where buildings exist.</a:t>
            </a:r>
          </a:p>
          <a:p/>
          <a:p>
            <a:r>
              <a:t>Formally, each building NFZ expands the box; the ground NFZ blocks horizontal flight near the surface. Output JSON feeds the visibility graph.</a:t>
            </a:r>
          </a:p>
          <a:p/>
          <a:p>
            <a:r>
              <a:t>Limitations: static axis-aligned boxes only—no curved corridors, no time-varying rules. In dense areas NFZs overlap, which is conservative and safe.</a:t>
            </a:r>
          </a:p>
        </p:txBody>
      </p:sp>
      <p:sp>
        <p:nvSpPr>
          <p:cNvPr id="4" name="Slide Number Placeholder 3">
            <a:extLst>
              <a:ext uri="{FF2B5EF4-FFF2-40B4-BE49-F238E27FC236}">
                <a16:creationId xmlns:a16="http://schemas.microsoft.com/office/drawing/2014/main" id="{B12DABF1-E057-6386-C09C-C0525A5D51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14042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57569-C629-4A2E-AA1F-2D3EF6350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D229F-3800-ABA6-C103-1450D1AD0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7D01F-1FA7-C563-2157-48DD22E3648B}"/>
              </a:ext>
            </a:extLst>
          </p:cNvPr>
          <p:cNvSpPr>
            <a:spLocks noGrp="1"/>
          </p:cNvSpPr>
          <p:nvPr>
            <p:ph type="body" idx="1"/>
          </p:nvPr>
        </p:nvSpPr>
        <p:spPr/>
        <p:txBody>
          <a:bodyPr/>
          <a:lstStyle/>
          <a:p>
            <a:r>
              <a:t>[0:35] Slide 9 — No-fly zone (visual)</a:t>
            </a:r>
          </a:p>
          <a:p/>
          <a:p>
            <a:r>
              <a:t>Left: approximated buildings. Right: NFZs in red and gray—building buffers and ground slab. Routes must stay outside interiors of these volumes; grazing edges is allowed only where visibility tests permit.</a:t>
            </a:r>
          </a:p>
        </p:txBody>
      </p:sp>
      <p:sp>
        <p:nvSpPr>
          <p:cNvPr id="4" name="Slide Number Placeholder 3">
            <a:extLst>
              <a:ext uri="{FF2B5EF4-FFF2-40B4-BE49-F238E27FC236}">
                <a16:creationId xmlns:a16="http://schemas.microsoft.com/office/drawing/2014/main" id="{5494ED1F-A578-B8CF-BA1B-BFE7184D6A9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9265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[0:55] Slide 10 — Pathfinder methods I (graph &amp; sampling)</a:t>
            </a:r>
          </a:p>
          <a:p/>
          <a:p>
            <a:r>
              <a:t>I evaluated several families. Visibility graph + Dijkstra: short, near-optimal piecewise-linear paths, few waypoints, deterministic—but the graph grows with obstacle corners.</a:t>
            </a:r>
          </a:p>
          <a:p/>
          <a:p>
            <a:r>
              <a:t>RRT* handles continuous 3D and complex spaces but paths can be jagged and runs are stochastic. PRM samples free space but does not guarantee the shortest path without many samples.</a:t>
            </a:r>
          </a:p>
          <a:p/>
          <a:p>
            <a:r>
              <a:t>For cuboid cities and regulatory boxes, explicit corner nodes are a natural fit—which favors visibility graphs.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B807-7DA9-3A82-686A-405712E29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905FB-4292-CF60-22EB-F83899849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057E5-4BA8-8B1E-2026-24AA98064B5D}"/>
              </a:ext>
            </a:extLst>
          </p:cNvPr>
          <p:cNvSpPr>
            <a:spLocks noGrp="1"/>
          </p:cNvSpPr>
          <p:nvPr>
            <p:ph type="body" idx="1"/>
          </p:nvPr>
        </p:nvSpPr>
        <p:spPr/>
        <p:txBody>
          <a:bodyPr/>
          <a:lstStyle/>
          <a:p>
            <a:r>
              <a:t>[0:45] Slide 11 — Pathfinder methods II (field &amp; grid)</a:t>
            </a:r>
          </a:p>
          <a:p/>
          <a:p>
            <a:r>
              <a:t>Potential fields are fast but suffer local minima in narrow gaps. Eikonal / fast marching give global distance fields on voxels—accurate on grids but heavy in 3D and awkward for sparse cuboid JSON. FMT* batches sampling and can beat naive PRM in practice, but still needs careful 3D tuning.</a:t>
            </a:r>
          </a:p>
          <a:p/>
          <a:p>
            <a:r>
              <a:t>These are strong tools; they scored lower on cuboid geometry fit and sparse waypoint requirements for UAM dispatch.</a:t>
            </a:r>
          </a:p>
        </p:txBody>
      </p:sp>
      <p:sp>
        <p:nvSpPr>
          <p:cNvPr id="4" name="Slide Number Placeholder 3">
            <a:extLst>
              <a:ext uri="{FF2B5EF4-FFF2-40B4-BE49-F238E27FC236}">
                <a16:creationId xmlns:a16="http://schemas.microsoft.com/office/drawing/2014/main" id="{74BFC68B-D39D-CF05-7C18-63F8E51F34F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65521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 Slide 12 — Pathfinder selection (trade study)</a:t>
            </a:r>
          </a:p>
          <a:p/>
          <a:p>
            <a:r>
              <a:t>This table is the formal selection. Criteria include shortest-path guarantee on the chosen representation, few waypoints, determinism, fit to cuboids, scale to many buildings, implementation cost, reliability in urban gaps, and operating without a full voxel grid.</a:t>
            </a:r>
          </a:p>
          <a:p/>
          <a:p>
            <a:r>
              <a:t>VG + Dijkstra scores 4.45—highest—driven by geometric shortest-path on the visibility graph, sparse paths, and corner geometry. Next are Eikonal and FMT; RRT\ and potential field trail.</a:t>
            </a:r>
          </a:p>
          <a:p/>
          <a:p>
            <a:r>
              <a:t>Selected: Visibility Graph + Dijkstra—repeatable, corner-based, acceptable runtime for tens of buildings per query after NFZ preprocessing.</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 Slide 13 — Visibility graph (concept)</a:t>
            </a:r>
          </a:p>
          <a:p/>
          <a:p>
            <a:r>
              <a:t>Implementation: load ground and building NFZs from JSON. Nodes: start, goal, and all NFZ corners—eight per building—plus ground-layer corners where needed. Edges: connect two nodes only if the straight segment does not intersect any NFZ interior; we use a slab method line_intersects_box. Extra rule: no horizontal segment on the ground plane at z ≈ 0—forcing vertical lift from surface vertiports.</a:t>
            </a:r>
          </a:p>
          <a:p/>
          <a:p>
            <a:r>
              <a:t>Output: the feasible visibility graph—not yet the shortest route.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[0:50] Slide 14 — Visibility graph (result)</a:t>
            </a:r>
          </a:p>
          <a:p/>
          <a:p>
            <a:r>
              <a:t>The plot shows the graph: blue edges are visibility, blue dots nodes, green and purple stars are start and goal, red and gray boxes NFZs.</a:t>
            </a:r>
          </a:p>
          <a:p/>
          <a:p>
            <a:r>
              <a:t>Key message: the graph is dense near obstacles—corners are where routes bend. This structure defines allowed straight segments; Dijkstra picks the minimum-length combination.</a:t>
            </a:r>
          </a:p>
          <a:p/>
          <a:p>
            <a:r>
              <a:t>If you have the interactive view open, rotate once to show corridors between buildings, then move 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60074-B5A9-CB43-05E2-1D60B256A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163E04-8463-7D2E-9F7D-8ACE7D83F8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FFDEF9-4E8B-2CC2-D6FA-FDA299E71B5C}"/>
              </a:ext>
            </a:extLst>
          </p:cNvPr>
          <p:cNvSpPr>
            <a:spLocks noGrp="1"/>
          </p:cNvSpPr>
          <p:nvPr>
            <p:ph type="body" idx="1"/>
          </p:nvPr>
        </p:nvSpPr>
        <p:spPr/>
        <p:txBody>
          <a:bodyPr/>
          <a:lstStyle/>
          <a:p>
            <a:r>
              <a:t>[1:10] Slide 15 — Dijkstra (concept)</a:t>
            </a:r>
          </a:p>
          <a:p/>
          <a:p>
            <a:r>
              <a:t>On that graph we run Dijkstra. Edge weight is Euclidean 3D length. A min-heap expands from the start; when all non-negative weights are used, we get the shortest path on this graph.</a:t>
            </a:r>
          </a:p>
          <a:p/>
          <a:p>
            <a:r>
              <a:t>Prechecks: if start or goal sit inside ground NFZ, we require vertical lift first; invalid ODs on building NFZ are rejected.</a:t>
            </a:r>
          </a:p>
          <a:p/>
          <a:p>
            <a:r>
              <a:t>Implementation lives in build_visibility_graph() and Dijkstra in dijkstra.py. Output: ordered waypoints and total distance.</a:t>
            </a:r>
          </a:p>
        </p:txBody>
      </p:sp>
      <p:sp>
        <p:nvSpPr>
          <p:cNvPr id="4" name="Slide Number Placeholder 3">
            <a:extLst>
              <a:ext uri="{FF2B5EF4-FFF2-40B4-BE49-F238E27FC236}">
                <a16:creationId xmlns:a16="http://schemas.microsoft.com/office/drawing/2014/main" id="{3B5B55F3-C97E-45B0-6D52-89E4EBD551F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01626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2112A-5C7D-3B10-94F1-381641E65C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C8B50-CC93-D180-0D8A-24F22C123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2D487-742C-7E50-D97A-50D23F336D99}"/>
              </a:ext>
            </a:extLst>
          </p:cNvPr>
          <p:cNvSpPr>
            <a:spLocks noGrp="1"/>
          </p:cNvSpPr>
          <p:nvPr>
            <p:ph type="body" idx="1"/>
          </p:nvPr>
        </p:nvSpPr>
        <p:spPr/>
        <p:txBody>
          <a:bodyPr/>
          <a:lstStyle/>
          <a:p>
            <a:r>
              <a:t>[0:45] Slide 16 — Dijkstra (result)</a:t>
            </a:r>
          </a:p>
          <a:p/>
          <a:p>
            <a:r>
              <a:t>Red line: optimized route—few long segments between visible corners. The table gives total metres and per-segment lengths.</a:t>
            </a:r>
          </a:p>
          <a:p/>
          <a:p>
            <a:r>
              <a:t>Compared to the full visibility graph, the route is sparse—typically four to seven waypoints in sensitivity runs—good for UAV command and human review.</a:t>
            </a:r>
          </a:p>
        </p:txBody>
      </p:sp>
      <p:sp>
        <p:nvSpPr>
          <p:cNvPr id="4" name="Slide Number Placeholder 3">
            <a:extLst>
              <a:ext uri="{FF2B5EF4-FFF2-40B4-BE49-F238E27FC236}">
                <a16:creationId xmlns:a16="http://schemas.microsoft.com/office/drawing/2014/main" id="{F6590F8D-113F-12F3-A8C4-AA70691DC90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1713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DC40B-9965-EE11-1D1A-029566914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09AF0C-942D-4AA7-1742-9E6ABCE4D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4F864-1BFD-2CB7-7550-06AFFD214324}"/>
              </a:ext>
            </a:extLst>
          </p:cNvPr>
          <p:cNvSpPr>
            <a:spLocks noGrp="1"/>
          </p:cNvSpPr>
          <p:nvPr>
            <p:ph type="body" idx="1"/>
          </p:nvPr>
        </p:nvSpPr>
        <p:spPr/>
        <p:txBody>
          <a:bodyPr/>
          <a:lstStyle/>
          <a:p>
            <a:r>
              <a:t>[0:55] Slide 17 — Sensitivity I (Framework 1 design)</a:t>
            </a:r>
          </a:p>
          <a:p/>
          <a:p>
            <a:r>
              <a:t>Question: How does ground NFZ height affect routes when origin and destination points start on the ground?</a:t>
            </a:r>
          </a:p>
          <a:p/>
          <a:p>
            <a:r>
              <a:t>Constants: same 73-building map, same five OD pairs, VG + Dijkstra. Variable: ground clearance top at 3, 5, 10, 15 m.</a:t>
            </a:r>
          </a:p>
          <a:p/>
          <a:p>
            <a:r>
              <a:t>The table lists the five pairs with Euclidean ground distances about 330–400 m—the straight-line baseline. Actual flyable paths are longer because of lift and detours.</a:t>
            </a:r>
          </a:p>
        </p:txBody>
      </p:sp>
      <p:sp>
        <p:nvSpPr>
          <p:cNvPr id="4" name="Slide Number Placeholder 3">
            <a:extLst>
              <a:ext uri="{FF2B5EF4-FFF2-40B4-BE49-F238E27FC236}">
                <a16:creationId xmlns:a16="http://schemas.microsoft.com/office/drawing/2014/main" id="{54001C10-2253-4C20-E2F7-E8DFA4E2BEA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428634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e257dab889_2_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t>[1:10] Slide 18 — NFZ 3 m &amp; 5 m results</a:t>
            </a:r>
          </a:p>
          <a:p/>
          <a:p>
            <a:r>
              <a:t>3 m ground NFZ: Pair 1 flies about 527 m with four waypoints; pairs 3–5 are 570–575 m with five to six waypoints.</a:t>
            </a:r>
          </a:p>
          <a:p/>
          <a:p>
            <a:r>
              <a:t>5 m: distances rise—Pair 1 about 544 m, pairs 3 and 5 about 621–623 m—because aircraft must climb higher before horizontal legs.</a:t>
            </a:r>
          </a:p>
          <a:p/>
          <a:p>
            <a:r>
              <a:t>Demo tip: open the interactive HTML for 3 m only if asked; otherwise use the tables.</a:t>
            </a:r>
          </a:p>
        </p:txBody>
      </p:sp>
      <p:sp>
        <p:nvSpPr>
          <p:cNvPr id="313" name="Google Shape;313;g3e257dab889_2_2:notes"/>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18</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F754091D-D131-B3F3-5B1B-5C5914EEFC25}"/>
            </a:ext>
          </a:extLst>
        </p:cNvPr>
        <p:cNvGrpSpPr/>
        <p:nvPr/>
      </p:nvGrpSpPr>
      <p:grpSpPr>
        <a:xfrm>
          <a:off x="0" y="0"/>
          <a:ext cx="0" cy="0"/>
          <a:chOff x="0" y="0"/>
          <a:chExt cx="0" cy="0"/>
        </a:xfrm>
      </p:grpSpPr>
      <p:sp>
        <p:nvSpPr>
          <p:cNvPr id="311" name="Google Shape;311;g3e257dab889_2_2:notes">
            <a:extLst>
              <a:ext uri="{FF2B5EF4-FFF2-40B4-BE49-F238E27FC236}">
                <a16:creationId xmlns:a16="http://schemas.microsoft.com/office/drawing/2014/main" id="{680B32AE-951E-B89D-FACB-CB66948AC36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a:extLst>
              <a:ext uri="{FF2B5EF4-FFF2-40B4-BE49-F238E27FC236}">
                <a16:creationId xmlns:a16="http://schemas.microsoft.com/office/drawing/2014/main" id="{44C2087B-3223-647F-48E0-02003D0D4A61}"/>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t>[1:10] Slide 19 — NFZ 10 m &amp; 15 m results</a:t>
            </a:r>
          </a:p>
          <a:p/>
          <a:p>
            <a:r>
              <a:t>10 m: Pair 1 575 m; longest pairs approach 645 m. 15 m: Pair 1 601 m; Pair 3 about 671 m.</a:t>
            </a:r>
          </a:p>
          <a:p/>
          <a:p>
            <a:r>
              <a:t>Pattern: monotonic increase with clearance; the jump from 3 to 10 m is larger than from 10 to 15 m—diminishing returns at the top end.</a:t>
            </a:r>
          </a:p>
        </p:txBody>
      </p:sp>
      <p:sp>
        <p:nvSpPr>
          <p:cNvPr id="313" name="Google Shape;313;g3e257dab889_2_2:notes">
            <a:extLst>
              <a:ext uri="{FF2B5EF4-FFF2-40B4-BE49-F238E27FC236}">
                <a16:creationId xmlns:a16="http://schemas.microsoft.com/office/drawing/2014/main" id="{6C575FE0-55A0-63FF-5DB1-D22DD3B4200E}"/>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19</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948487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B6E09-2804-3493-3452-0EBCF95AD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EE49F-8B53-8512-6CA3-394B8339C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577B8D-A336-5207-B111-C019049C3E5C}"/>
              </a:ext>
            </a:extLst>
          </p:cNvPr>
          <p:cNvSpPr>
            <a:spLocks noGrp="1"/>
          </p:cNvSpPr>
          <p:nvPr>
            <p:ph type="body" idx="1"/>
          </p:nvPr>
        </p:nvSpPr>
        <p:spPr/>
        <p:txBody>
          <a:bodyPr/>
          <a:lstStyle/>
          <a:p>
            <a:r>
              <a:t>[0:50] Slide 20 — Framework 1 sensitivity summary</a:t>
            </a:r>
          </a:p>
          <a:p/>
          <a:p>
            <a:r>
              <a:t>Observations: higher ground NFZ raises minimum flyable altitude and lengthens 3D paths even when horizontal routing is similar. Vertical lift at OD dominates the gap between ground distance and path length. Topology—which corners are used—stays similar; sensitivity is mainly altitude and metres, not failure to find paths.</a:t>
            </a:r>
          </a:p>
          <a:p/>
          <a:p>
            <a:r>
              <a:t>Operational takeaway: ground clearance is a first-order parameter for vertiport-to-vertiport UAM.</a:t>
            </a:r>
          </a:p>
          <a:p/>
          <a:p>
            <a:r>
              <a:t>### SECTION C — FRAMEWORK 2 (BUFFERED A*)</a:t>
            </a:r>
          </a:p>
        </p:txBody>
      </p:sp>
      <p:sp>
        <p:nvSpPr>
          <p:cNvPr id="4" name="Slide Number Placeholder 3">
            <a:extLst>
              <a:ext uri="{FF2B5EF4-FFF2-40B4-BE49-F238E27FC236}">
                <a16:creationId xmlns:a16="http://schemas.microsoft.com/office/drawing/2014/main" id="{720F334E-AACE-6D79-68BA-3E71BB50801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87478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9389C-14FB-B3DE-2EEF-48DAAC8BD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A697A-364D-4E0B-D6F4-87E8493CF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F771F3-B666-CC31-69D3-8FA7AF694509}"/>
              </a:ext>
            </a:extLst>
          </p:cNvPr>
          <p:cNvSpPr>
            <a:spLocks noGrp="1"/>
          </p:cNvSpPr>
          <p:nvPr>
            <p:ph type="body" idx="1"/>
          </p:nvPr>
        </p:nvSpPr>
        <p:spPr/>
        <p:txBody>
          <a:bodyPr/>
          <a:lstStyle/>
          <a:p>
            <a:r>
              <a:t>[0:20] Slide 21 — Framework 2 title</a:t>
            </a:r>
          </a:p>
          <a:p/>
          <a:p>
            <a:r>
              <a:t>Section C: Framework 2—buffer-field 3D A*. Same city and OD experiment design; different NFZ representation and search space.</a:t>
            </a:r>
          </a:p>
        </p:txBody>
      </p:sp>
      <p:sp>
        <p:nvSpPr>
          <p:cNvPr id="4" name="Slide Number Placeholder 3">
            <a:extLst>
              <a:ext uri="{FF2B5EF4-FFF2-40B4-BE49-F238E27FC236}">
                <a16:creationId xmlns:a16="http://schemas.microsoft.com/office/drawing/2014/main" id="{FA7EEF4F-CFE2-6947-3116-312BFDD78EB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61116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FF1EE-5A2F-9BC0-5252-E8E8F4AE7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BC5FE1-1D34-92E8-7BFA-E655509E63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5D2FF7-9651-86DA-97F3-0DA3C0563B48}"/>
              </a:ext>
            </a:extLst>
          </p:cNvPr>
          <p:cNvSpPr>
            <a:spLocks noGrp="1"/>
          </p:cNvSpPr>
          <p:nvPr>
            <p:ph type="body" idx="1"/>
          </p:nvPr>
        </p:nvSpPr>
        <p:spPr/>
        <p:txBody>
          <a:bodyPr/>
          <a:lstStyle/>
          <a:p>
            <a:r>
              <a:t>[1:20] Slide 22 — NFZ creation (raster buffer)</a:t>
            </a:r>
          </a:p>
          <a:p/>
          <a:p>
            <a:r>
              <a:t>Input is the height grid H. After cleaning NoData, we build B, the minimum safe altitude per cell:</a:t>
            </a:r>
          </a:p>
          <a:p/>
          <a:p>
            <a:r>
              <a:t>- Horizontal buffer around each building cell using max-filter over a footprint.  </a:t>
            </a:r>
          </a:p>
          <a:p>
            <a:r>
              <a:t>- Rooftop clearance above local max height.  </a:t>
            </a:r>
          </a:p>
          <a:p>
            <a:r>
              <a:t>- Ground clearance where no building buffer applies.</a:t>
            </a:r>
          </a:p>
          <a:p/>
          <a:p>
            <a:r>
              <a:t>So NFZ is 2.5D: one scalar ceiling B[i,j] per column—not separate 3D boxes. Parameters: horizontal buffer, rooftop clearance, ground clearance—here swept as 3/5/10/15 m scenarios in 3d_structure_nfz*.csv.</a:t>
            </a:r>
          </a:p>
          <a:p/>
          <a:p>
            <a:r>
              <a:t>Trade-off: finer than cuboids in plan view, but still static and raster-based.</a:t>
            </a:r>
          </a:p>
        </p:txBody>
      </p:sp>
      <p:sp>
        <p:nvSpPr>
          <p:cNvPr id="4" name="Slide Number Placeholder 3">
            <a:extLst>
              <a:ext uri="{FF2B5EF4-FFF2-40B4-BE49-F238E27FC236}">
                <a16:creationId xmlns:a16="http://schemas.microsoft.com/office/drawing/2014/main" id="{2DC09B1B-3694-975D-6AD7-67A22227271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935446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5E13-12FC-E6BD-0BBC-D8A6C4450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553C1-C80C-0743-6AEE-F4A1A2FFB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57209E-8EFF-D414-3BA7-487FC4B17E6C}"/>
              </a:ext>
            </a:extLst>
          </p:cNvPr>
          <p:cNvSpPr>
            <a:spLocks noGrp="1"/>
          </p:cNvSpPr>
          <p:nvPr>
            <p:ph type="body" idx="1"/>
          </p:nvPr>
        </p:nvSpPr>
        <p:spPr/>
        <p:txBody>
          <a:bodyPr/>
          <a:lstStyle/>
          <a:p>
            <a:r>
              <a:t>[0:35] Slide 23 — NFZ visual (Framework 2)</a:t>
            </a:r>
          </a:p>
          <a:p/>
          <a:p>
            <a:r>
              <a:t>Original heights versus buffer surface B. Orange shows building influence; grey shows ground-dominated clearance. A* will only fly at altitudes z ≥ B at each horizontal cell.</a:t>
            </a:r>
          </a:p>
        </p:txBody>
      </p:sp>
      <p:sp>
        <p:nvSpPr>
          <p:cNvPr id="4" name="Slide Number Placeholder 3">
            <a:extLst>
              <a:ext uri="{FF2B5EF4-FFF2-40B4-BE49-F238E27FC236}">
                <a16:creationId xmlns:a16="http://schemas.microsoft.com/office/drawing/2014/main" id="{7533FC1C-932E-FFB5-681A-C1E8B3244B0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02335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9AA94-D7F2-5EC6-9516-27E8E9187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BE2D0-39D0-3814-85AA-4078DEA02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42B5E-E690-0D78-8E58-B6FFAD0B3766}"/>
              </a:ext>
            </a:extLst>
          </p:cNvPr>
          <p:cNvSpPr>
            <a:spLocks noGrp="1"/>
          </p:cNvSpPr>
          <p:nvPr>
            <p:ph type="body" idx="1"/>
          </p:nvPr>
        </p:nvSpPr>
        <p:spPr/>
        <p:txBody>
          <a:bodyPr/>
          <a:lstStyle/>
          <a:p>
            <a:r>
              <a:t>[1:15] Slide 24 — A* concept</a:t>
            </a:r>
          </a:p>
          <a:p/>
          <a:p>
            <a:r>
              <a:t>Search: 3D grid with 26-neighbour connectivity (default). State is row, column, altitude. Feasible if z ≥ B[row,col]. Cost g is path length; heuristic h is 3D Euclidean to goal—admissible—so A* is optimal on this discretized graph.</a:t>
            </a:r>
          </a:p>
          <a:p/>
          <a:p>
            <a:r>
              <a:t>Prechecks mirror Framework 1: ODs on open ground cells; start at B; on the ground NFZ floor, vertical-only moves until above clearance.</a:t>
            </a:r>
          </a:p>
          <a:p/>
          <a:p>
            <a:r>
              <a:t>Outputs: path_pair_XXXX.csv and route_summary.csv with hundreds of waypoints per route.</a:t>
            </a:r>
          </a:p>
        </p:txBody>
      </p:sp>
      <p:sp>
        <p:nvSpPr>
          <p:cNvPr id="4" name="Slide Number Placeholder 3">
            <a:extLst>
              <a:ext uri="{FF2B5EF4-FFF2-40B4-BE49-F238E27FC236}">
                <a16:creationId xmlns:a16="http://schemas.microsoft.com/office/drawing/2014/main" id="{3B7890F6-1625-AF4E-D062-F22B5F00F18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23090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A4D91-07E6-804D-94A0-F4A9E3CC6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41E33-11E7-A419-07BC-254CD8DC0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23C56-022B-F5C7-CBAD-64175D8195D0}"/>
              </a:ext>
            </a:extLst>
          </p:cNvPr>
          <p:cNvSpPr>
            <a:spLocks noGrp="1"/>
          </p:cNvSpPr>
          <p:nvPr>
            <p:ph type="body" idx="1"/>
          </p:nvPr>
        </p:nvSpPr>
        <p:spPr/>
        <p:txBody>
          <a:bodyPr/>
          <a:lstStyle/>
          <a:p>
            <a:r>
              <a:t>[0:45] Slide 25 — A* result</a:t>
            </a:r>
          </a:p>
          <a:p/>
          <a:p>
            <a:r>
              <a:t>Example optimal path in red—many small steps following the buffer surface. Orange is B; blue is raw building height H.</a:t>
            </a:r>
          </a:p>
          <a:p/>
          <a:p>
            <a:r>
              <a:t>Message: paths hug the minimum feasible altitude field and thread corridors at 1 m horizontal resolution—closer to a geometric minimum in this model, at the cost of many waypoints and compute.</a:t>
            </a:r>
          </a:p>
        </p:txBody>
      </p:sp>
      <p:sp>
        <p:nvSpPr>
          <p:cNvPr id="4" name="Slide Number Placeholder 3">
            <a:extLst>
              <a:ext uri="{FF2B5EF4-FFF2-40B4-BE49-F238E27FC236}">
                <a16:creationId xmlns:a16="http://schemas.microsoft.com/office/drawing/2014/main" id="{19431A8C-219B-59D2-99A9-0523C55B38F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17565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C9938-0701-00D1-586C-3004C08C1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A98F2-7C1C-5044-411B-67EB757F87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D22A0-533E-9FB5-1053-427C818E3CC7}"/>
              </a:ext>
            </a:extLst>
          </p:cNvPr>
          <p:cNvSpPr>
            <a:spLocks noGrp="1"/>
          </p:cNvSpPr>
          <p:nvPr>
            <p:ph type="body" idx="1"/>
          </p:nvPr>
        </p:nvSpPr>
        <p:spPr/>
        <p:txBody>
          <a:bodyPr/>
          <a:lstStyle/>
          <a:p>
            <a:r>
              <a:t>[0:40] Slide 26 — Sensitivity I (Framework 2 design)</a:t>
            </a:r>
          </a:p>
          <a:p/>
          <a:p>
            <a:r>
              <a:t>Same question and five OD pairs as Framework 1. Constants: same 73-building map, Buffered 3D A*. Variable: ground clearance at 3, 5, 10, and 15 metres—the same four levels as Framework 1.</a:t>
            </a:r>
          </a:p>
        </p:txBody>
      </p:sp>
      <p:sp>
        <p:nvSpPr>
          <p:cNvPr id="4" name="Slide Number Placeholder 3">
            <a:extLst>
              <a:ext uri="{FF2B5EF4-FFF2-40B4-BE49-F238E27FC236}">
                <a16:creationId xmlns:a16="http://schemas.microsoft.com/office/drawing/2014/main" id="{2ECB1125-74F1-6E2B-080E-E81A86148FA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669756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CEA96B98-4B7B-A002-2304-9B51788CF9A7}"/>
            </a:ext>
          </a:extLst>
        </p:cNvPr>
        <p:cNvGrpSpPr/>
        <p:nvPr/>
      </p:nvGrpSpPr>
      <p:grpSpPr>
        <a:xfrm>
          <a:off x="0" y="0"/>
          <a:ext cx="0" cy="0"/>
          <a:chOff x="0" y="0"/>
          <a:chExt cx="0" cy="0"/>
        </a:xfrm>
      </p:grpSpPr>
      <p:sp>
        <p:nvSpPr>
          <p:cNvPr id="311" name="Google Shape;311;g3e257dab889_2_2:notes">
            <a:extLst>
              <a:ext uri="{FF2B5EF4-FFF2-40B4-BE49-F238E27FC236}">
                <a16:creationId xmlns:a16="http://schemas.microsoft.com/office/drawing/2014/main" id="{18F8E6ED-C2AC-8A9E-52F1-7559F38072C3}"/>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a:extLst>
              <a:ext uri="{FF2B5EF4-FFF2-40B4-BE49-F238E27FC236}">
                <a16:creationId xmlns:a16="http://schemas.microsoft.com/office/drawing/2014/main" id="{A2573194-BCF6-CA5D-056A-49A1E98DBB27}"/>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t>[1:10] Slide 27 — NFZ 3 m &amp; 5 m (A*)</a:t>
            </a:r>
          </a:p>
          <a:p/>
          <a:p>
            <a:r>
              <a:t>3 m: Pair 1 about 387 m, 329 waypoints—already near ground Euclidean distance because the grid can snake at low altitude in corridors.</a:t>
            </a:r>
          </a:p>
          <a:p/>
          <a:p>
            <a:r>
              <a:t>5 m: Pair 1 441 m; Pair 4 505 m. Waypoint counts stay in the 330–460 range—much denser than Framework 1.</a:t>
            </a:r>
          </a:p>
        </p:txBody>
      </p:sp>
      <p:sp>
        <p:nvSpPr>
          <p:cNvPr id="313" name="Google Shape;313;g3e257dab889_2_2:notes">
            <a:extLst>
              <a:ext uri="{FF2B5EF4-FFF2-40B4-BE49-F238E27FC236}">
                <a16:creationId xmlns:a16="http://schemas.microsoft.com/office/drawing/2014/main" id="{0AFCA0B7-B378-270A-4414-0CD23D185746}"/>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27</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5523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42FA4001-70E2-DBF6-CB2C-EC9D45FD9447}"/>
            </a:ext>
          </a:extLst>
        </p:cNvPr>
        <p:cNvGrpSpPr/>
        <p:nvPr/>
      </p:nvGrpSpPr>
      <p:grpSpPr>
        <a:xfrm>
          <a:off x="0" y="0"/>
          <a:ext cx="0" cy="0"/>
          <a:chOff x="0" y="0"/>
          <a:chExt cx="0" cy="0"/>
        </a:xfrm>
      </p:grpSpPr>
      <p:sp>
        <p:nvSpPr>
          <p:cNvPr id="311" name="Google Shape;311;g3e257dab889_2_2:notes">
            <a:extLst>
              <a:ext uri="{FF2B5EF4-FFF2-40B4-BE49-F238E27FC236}">
                <a16:creationId xmlns:a16="http://schemas.microsoft.com/office/drawing/2014/main" id="{ECA0468A-98A3-1EEE-2329-0E0BF7235F0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g3e257dab889_2_2:notes">
            <a:extLst>
              <a:ext uri="{FF2B5EF4-FFF2-40B4-BE49-F238E27FC236}">
                <a16:creationId xmlns:a16="http://schemas.microsoft.com/office/drawing/2014/main" id="{0231897A-51C0-E17A-2061-67EA2FCB3ACE}"/>
              </a:ext>
            </a:extLst>
          </p:cNvPr>
          <p:cNvSpPr txBox="1">
            <a:spLocks noGrp="1"/>
          </p:cNvSpPr>
          <p:nvPr>
            <p:ph type="body" idx="1"/>
          </p:nvPr>
        </p:nvSpPr>
        <p:spPr>
          <a:xfrm>
            <a:off x="0" y="0"/>
            <a:ext cx="3999900" cy="3000000"/>
          </a:xfrm>
          <a:prstGeom prst="rect">
            <a:avLst/>
          </a:prstGeom>
          <a:noFill/>
          <a:ln>
            <a:noFill/>
          </a:ln>
        </p:spPr>
        <p:txBody>
          <a:bodyPr spcFirstLastPara="1" wrap="square" lIns="91425" tIns="45700" rIns="91425" bIns="45700" anchor="t" anchorCtr="0">
            <a:noAutofit/>
          </a:bodyPr>
          <a:lstStyle/>
          <a:p>
            <a:r>
              <a:t>[1:10] Slide 28 — NFZ 10 m &amp; 15 m (A*)</a:t>
            </a:r>
          </a:p>
          <a:p/>
          <a:p>
            <a:r>
              <a:t>10 m: Pair 1 570 m; Pair 4 586 m. 15 m: Pair 1 586 m; Pair 4 604 m.</a:t>
            </a:r>
          </a:p>
          <a:p/>
          <a:p>
            <a:r>
              <a:t>10 ≈ 15 for several pairs—plateau like Framework 1. Pair 1 is most sensitive (~387 → 586 m); Pair 5 is least (~501 → 587 m).</a:t>
            </a:r>
          </a:p>
        </p:txBody>
      </p:sp>
      <p:sp>
        <p:nvSpPr>
          <p:cNvPr id="313" name="Google Shape;313;g3e257dab889_2_2:notes">
            <a:extLst>
              <a:ext uri="{FF2B5EF4-FFF2-40B4-BE49-F238E27FC236}">
                <a16:creationId xmlns:a16="http://schemas.microsoft.com/office/drawing/2014/main" id="{9074722F-B1B4-8410-0E2D-88C7083754D1}"/>
              </a:ext>
            </a:extLst>
          </p:cNvPr>
          <p:cNvSpPr txBox="1">
            <a:spLocks noGrp="1"/>
          </p:cNvSpPr>
          <p:nvPr>
            <p:ph type="sldNum" idx="12"/>
          </p:nvPr>
        </p:nvSpPr>
        <p:spPr>
          <a:xfrm>
            <a:off x="0" y="0"/>
            <a:ext cx="3999900" cy="300000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fld id="{00000000-1234-1234-1234-123412341234}" type="slidenum">
              <a:rPr kumimoji="0" lang="en" sz="1800" b="0" i="0" u="none" strike="noStrike" kern="0" cap="none" spc="0" normalizeH="0" baseline="0" noProof="0">
                <a:ln>
                  <a:noFill/>
                </a:ln>
                <a:solidFill>
                  <a:srgbClr val="000000"/>
                </a:solidFill>
                <a:effectLst/>
                <a:uLnTx/>
                <a:uFillTx/>
                <a:latin typeface="Arial"/>
                <a:ea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t>28</a:t>
            </a:fld>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093486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DB017-4247-FA5C-073D-7A64D3AD2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D5E7C-6B6E-5535-65FD-5066F61A4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9CD70-9A6C-9ED2-0EDD-077503F27D9C}"/>
              </a:ext>
            </a:extLst>
          </p:cNvPr>
          <p:cNvSpPr>
            <a:spLocks noGrp="1"/>
          </p:cNvSpPr>
          <p:nvPr>
            <p:ph type="body" idx="1"/>
          </p:nvPr>
        </p:nvSpPr>
        <p:spPr/>
        <p:txBody>
          <a:bodyPr/>
          <a:lstStyle/>
          <a:p>
            <a:r>
              <a:t>[0:50] Slide 29 — Framework 2 sensitivity summary</a:t>
            </a:r>
          </a:p>
          <a:p/>
          <a:p>
            <a:r>
              <a:t>Clearance increases path length for all pairs. Largest jump 3 → 10 m; marginal cost above 10 m. Pair-dependent effects matter—NFZ setting and OD choice both drive distance on this map.</a:t>
            </a:r>
          </a:p>
          <a:p/>
          <a:p>
            <a:r>
              <a:t>### SECTION D — COMPARATIVE ANALYSIS</a:t>
            </a:r>
          </a:p>
        </p:txBody>
      </p:sp>
      <p:sp>
        <p:nvSpPr>
          <p:cNvPr id="4" name="Slide Number Placeholder 3">
            <a:extLst>
              <a:ext uri="{FF2B5EF4-FFF2-40B4-BE49-F238E27FC236}">
                <a16:creationId xmlns:a16="http://schemas.microsoft.com/office/drawing/2014/main" id="{985BE25C-9DE3-8526-4E8E-A03FA9487EA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10677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D46B9-9A2A-5B82-A1E6-B02FB4DA3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C85A4-2A33-7B43-EACC-906563999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80C17A-5FEB-BE46-A9FC-01E87D1B0E34}"/>
              </a:ext>
            </a:extLst>
          </p:cNvPr>
          <p:cNvSpPr>
            <a:spLocks noGrp="1"/>
          </p:cNvSpPr>
          <p:nvPr>
            <p:ph type="body" idx="1"/>
          </p:nvPr>
        </p:nvSpPr>
        <p:spPr/>
        <p:txBody>
          <a:bodyPr/>
          <a:lstStyle/>
          <a:p>
            <a:r>
              <a:t>[0:15] Slide 30 — Comparative analysis title</a:t>
            </a:r>
          </a:p>
          <a:p/>
          <a:p>
            <a:r>
              <a:t>Section D—direct comparison of sensitivity trends and framework mechanics.</a:t>
            </a:r>
          </a:p>
        </p:txBody>
      </p:sp>
      <p:sp>
        <p:nvSpPr>
          <p:cNvPr id="4" name="Slide Number Placeholder 3">
            <a:extLst>
              <a:ext uri="{FF2B5EF4-FFF2-40B4-BE49-F238E27FC236}">
                <a16:creationId xmlns:a16="http://schemas.microsoft.com/office/drawing/2014/main" id="{EF1AA35D-E3A3-CA20-86AE-B0631208D76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50003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65B9-8F62-F246-08F1-E615BD6DF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60E2B-A9AE-6553-BDC3-D8C6A7E094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22D520-1119-C801-8A53-4D9FDB39F1B4}"/>
              </a:ext>
            </a:extLst>
          </p:cNvPr>
          <p:cNvSpPr>
            <a:spLocks noGrp="1"/>
          </p:cNvSpPr>
          <p:nvPr>
            <p:ph type="body" idx="1"/>
          </p:nvPr>
        </p:nvSpPr>
        <p:spPr/>
        <p:txBody>
          <a:bodyPr/>
          <a:lstStyle/>
          <a:p>
            <a:r>
              <a:t>[1:20] Slide 31 — Comparative sensitivity chart</a:t>
            </a:r>
          </a:p>
          <a:p/>
          <a:p>
            <a:r>
              <a:t>Both frameworks show longer paths as clearance grows; biggest change 3 → 10 m; 10 ≈ 15 m for most pairs.</a:t>
            </a:r>
          </a:p>
          <a:p/>
          <a:p>
            <a:r>
              <a:t>Framework 2 (dashed) is lower in total metres—about 20% shorter at 3 m, about 8% at 15 m—e.g. Pair 1: 527 vs 387 m at 3 m.</a:t>
            </a:r>
          </a:p>
          <a:p/>
          <a:p>
            <a:r>
              <a:t>Why not apples-to-apples: F1 uses cuboid NFZ and a sparse corner graph; F2 uses raster B and a fine 3D grid (~330–480 waypoints vs four to seven segments). F2 explores more of continuous space, so it finds shorter paths in its model—but with much higher search cost.</a:t>
            </a:r>
          </a:p>
        </p:txBody>
      </p:sp>
      <p:sp>
        <p:nvSpPr>
          <p:cNvPr id="4" name="Slide Number Placeholder 3">
            <a:extLst>
              <a:ext uri="{FF2B5EF4-FFF2-40B4-BE49-F238E27FC236}">
                <a16:creationId xmlns:a16="http://schemas.microsoft.com/office/drawing/2014/main" id="{F8E761EA-4ABB-E587-EE66-D9C6480AF15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281945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127CB-14FE-54C6-26F1-0187E7193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1620C-8F9B-9030-0FEB-ACAC7FEDD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B62E1-8AA1-4FE8-5F56-9CB7E6CDF8D2}"/>
              </a:ext>
            </a:extLst>
          </p:cNvPr>
          <p:cNvSpPr>
            <a:spLocks noGrp="1"/>
          </p:cNvSpPr>
          <p:nvPr>
            <p:ph type="body" idx="1"/>
          </p:nvPr>
        </p:nvSpPr>
        <p:spPr/>
        <p:txBody>
          <a:bodyPr/>
          <a:lstStyle/>
          <a:p>
            <a:r>
              <a:t>[1:20] Slide 32 — Framework comparison table</a:t>
            </a:r>
          </a:p>
          <a:p/>
          <a:p>
            <a:r>
              <a:t>Preprocessing: F1—grid to cuboids to JSON per clearance; F2—H to B CSV per scenario.</a:t>
            </a:r>
          </a:p>
          <a:p/>
          <a:p>
            <a:r>
              <a:t>Search space: F1—tens to low hundreds of nodes; F2—720×720 horizontal grid times altitude layers, 26-neighbour 3D.</a:t>
            </a:r>
          </a:p>
          <a:p/>
          <a:p>
            <a:r>
              <a:t>Compute (this study): F1—light per query after NFZ build; F2—about 4–38 s at 3 m up to ~41–147 s at 10 m, up to ~1.8M expansions per pair.</a:t>
            </a:r>
          </a:p>
          <a:p/>
          <a:p>
            <a:r>
              <a:t>Scaling: F1—heavy NFZ build once, sparse replanning for many ODs; F2—expansions explode in clutter—Hong Kong-scale full grid A* is not real-time without acceleration.</a:t>
            </a:r>
          </a:p>
          <a:p/>
          <a:p>
            <a:r>
              <a:t>Path quality: F1 longer but operationally cheap; F2 shorter but compute-heavy.</a:t>
            </a:r>
          </a:p>
          <a:p/>
          <a:p>
            <a:r>
              <a:t>### SECTION E — CONCLUSION</a:t>
            </a:r>
          </a:p>
        </p:txBody>
      </p:sp>
      <p:sp>
        <p:nvSpPr>
          <p:cNvPr id="4" name="Slide Number Placeholder 3">
            <a:extLst>
              <a:ext uri="{FF2B5EF4-FFF2-40B4-BE49-F238E27FC236}">
                <a16:creationId xmlns:a16="http://schemas.microsoft.com/office/drawing/2014/main" id="{B81A4A7C-F875-B0CF-9957-E1FE7FAC337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602284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23318-67B3-3A57-35BD-A43789253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59262-AA8F-9961-C280-F26E7F6D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F41D-76C0-8CFD-1E0D-84F885AE6CE0}"/>
              </a:ext>
            </a:extLst>
          </p:cNvPr>
          <p:cNvSpPr>
            <a:spLocks noGrp="1"/>
          </p:cNvSpPr>
          <p:nvPr>
            <p:ph type="body" idx="1"/>
          </p:nvPr>
        </p:nvSpPr>
        <p:spPr/>
        <p:txBody>
          <a:bodyPr/>
          <a:lstStyle/>
          <a:p>
            <a:r>
              <a:t>[0:15] Slide 33 — Conclusion title</a:t>
            </a:r>
          </a:p>
          <a:p/>
          <a:p>
            <a:r>
              <a:t>Section E—conclusions and Hong Kong recommendations.</a:t>
            </a:r>
          </a:p>
        </p:txBody>
      </p:sp>
      <p:sp>
        <p:nvSpPr>
          <p:cNvPr id="4" name="Slide Number Placeholder 3">
            <a:extLst>
              <a:ext uri="{FF2B5EF4-FFF2-40B4-BE49-F238E27FC236}">
                <a16:creationId xmlns:a16="http://schemas.microsoft.com/office/drawing/2014/main" id="{934CC66B-F4F3-4CCA-FCC5-AC22127035D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937629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229F5-E432-8B7F-98FD-EE7CFD297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B5260-3C24-E491-0B78-17429BDC3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126ECA-BA25-51FC-3657-0521C6AC2610}"/>
              </a:ext>
            </a:extLst>
          </p:cNvPr>
          <p:cNvSpPr>
            <a:spLocks noGrp="1"/>
          </p:cNvSpPr>
          <p:nvPr>
            <p:ph type="body" idx="1"/>
          </p:nvPr>
        </p:nvSpPr>
        <p:spPr/>
        <p:txBody>
          <a:bodyPr/>
          <a:lstStyle/>
          <a:p>
            <a:r>
              <a:t>[1:00] Slide 34 — Conclusion</a:t>
            </a:r>
          </a:p>
          <a:p/>
          <a:p>
            <a:r>
              <a:t>We tested dense urban routing on 3d_structure with five ODs and tunable clearance. Framework 1: cuboids → NFZ → VG + Dijkstra. Framework 2: H → B → 3D A*.</a:t>
            </a:r>
          </a:p>
          <a:p/>
          <a:p>
            <a:r>
              <a:t>Summary: For dense cities like Hong Kong, Framework 1 is the more practical choice for city-scale UAM—lower per-route compute, reusable NFZ geometry, sparse waypoints. Framework 2 wins when minimum distance matters and offline compute is acceptable—local corridors, pre-flight optimization.</a:t>
            </a:r>
          </a:p>
        </p:txBody>
      </p:sp>
      <p:sp>
        <p:nvSpPr>
          <p:cNvPr id="4" name="Slide Number Placeholder 3">
            <a:extLst>
              <a:ext uri="{FF2B5EF4-FFF2-40B4-BE49-F238E27FC236}">
                <a16:creationId xmlns:a16="http://schemas.microsoft.com/office/drawing/2014/main" id="{EC9D727C-8B95-85D7-03B6-16853D2C4F4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38460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[1:30] Slide 35 — Recommendation for Hong Kong</a:t>
            </a:r>
          </a:p>
          <a:p/>
          <a:p>
            <a:r>
              <a:t>Primary: Deploy Framework 1 for Hong Kong-style operations. Built-up areas imply millions of raster cells; full-grid A\ already hits ~147 s and 1.8M expansions on a 720×720 demo—imagine city-wide batch OD sets.</a:t>
            </a:r>
          </a:p>
          <a:p/>
          <a:p>
            <a:r>
              <a:t>After one-time cuboid + NFZ build, each route uses a small graph—suitable for dispatch, replanning, multi-vertiport networks. Paths are ~8–20% longer than buffer A\ in our tests—an acceptable trade for predictability and cost.</a:t>
            </a:r>
          </a:p>
          <a:p/>
          <a:p>
            <a:r>
              <a:t>When to use Framework 2: offline mission planning in a local corridor, fuel-critical flights, or GIS raster workflows—with hierarchical A\ or coarser grids as future work.</a:t>
            </a:r>
          </a:p>
          <a:p/>
          <a:p>
            <a:r>
              <a:t>Limitations: F1 cuboids over-approximate; F2 is 2.5D and grid-heavy city-wide.</a:t>
            </a:r>
          </a:p>
          <a:p/>
          <a:p>
            <a:r>
              <a:t>Closing line: Hong Kong UAM—prefer VG + Dijkstra at scale; reserve buffer + A\ for high-fidelity local optimization.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[0:30] Slide 36 — Thank you</a:t>
            </a:r>
          </a:p>
          <a:p/>
          <a:p>
            <a:r>
              <a:t>Thank you. I am happy to take questions on the visibility graph, buffer construction, sensitivity design, or the Hong Kong recommendation.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230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83"/>
        <p:cNvGrpSpPr/>
        <p:nvPr/>
      </p:nvGrpSpPr>
      <p:grpSpPr>
        <a:xfrm>
          <a:off x="0" y="0"/>
          <a:ext cx="0" cy="0"/>
          <a:chOff x="0" y="0"/>
          <a:chExt cx="0" cy="0"/>
        </a:xfrm>
      </p:grpSpPr>
    </p:spTree>
    <p:extLst>
      <p:ext uri="{BB962C8B-B14F-4D97-AF65-F5344CB8AC3E}">
        <p14:creationId xmlns:p14="http://schemas.microsoft.com/office/powerpoint/2010/main" val="179225548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530902"/>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
        <p:cNvGrpSpPr/>
        <p:nvPr/>
      </p:nvGrpSpPr>
      <p:grpSpPr>
        <a:xfrm>
          <a:off x="0" y="0"/>
          <a:ext cx="0" cy="0"/>
          <a:chOff x="0" y="0"/>
          <a:chExt cx="0" cy="0"/>
        </a:xfrm>
      </p:grpSpPr>
    </p:spTree>
    <p:extLst>
      <p:ext uri="{BB962C8B-B14F-4D97-AF65-F5344CB8AC3E}">
        <p14:creationId xmlns:p14="http://schemas.microsoft.com/office/powerpoint/2010/main" val="627179057"/>
      </p:ext>
    </p:extLst>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hyperlink" Target="https://github.com/janhaviprof-bot/UAM-Routing/blob/main/CodeImplementation/FinalResults/multi_od_paths_3_5pairs.html" TargetMode="External"/><Relationship Id="rId11" Type="http://schemas.openxmlformats.org/officeDocument/2006/relationships/hyperlink" Target="https://github.com/janhaviprof-bot/UAM-Routing/blob/main/CodeImplementation/FinalResults/multi_od_paths_5_5pair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github.com/janhaviprof-bot/UAM-Routing/blob/main/CodeImplementation/FinalResults/multi_od_paths_3_5pairs.html" TargetMode="External"/><Relationship Id="rId4" Type="http://schemas.openxmlformats.org/officeDocument/2006/relationships/hyperlink" Target="https://github.com/janhaviprof-bot/UAM-Routing/blob/main/CodeImplementation/FinalResults/multi_od_paths_10_5pairs.html" TargetMode="External"/><Relationship Id="rId5" Type="http://schemas.openxmlformats.org/officeDocument/2006/relationships/hyperlink" Target="https://github.com/janhaviprof-bot/UAM-Routing/blob/main/CodeImplementation/FinalResults/multi_od_paths_15_5pairs.html" TargetMode="External"/><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1.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2.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github.com/janhaviprof-bot/UAM-Routing/blob/main/CodeImplementation/FinalResults/multi_od_paths_3_5pairs.html" TargetMode="External"/><Relationship Id="rId4" Type="http://schemas.openxmlformats.org/officeDocument/2006/relationships/hyperlink" Target="https://github.com/janhaviprof-bot/UAM-Routing/blob/main/CodeImplementation/FinalResults/multi_od_paths_5_5pairs.html" TargetMode="External"/><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 Id="rId12"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github.com/janhaviprof-bot/UAM-Routing/blob/main/CodeImplementation/FinalResults/multi_od_paths_3_5pairs.html" TargetMode="External"/><Relationship Id="rId4" Type="http://schemas.openxmlformats.org/officeDocument/2006/relationships/hyperlink" Target="https://github.com/janhaviprof-bot/UAM-Routing/blob/main/CodeImplementation/FinalResults/multi_od_paths_10_5pairs.html" TargetMode="External"/><Relationship Id="rId5" Type="http://schemas.openxmlformats.org/officeDocument/2006/relationships/hyperlink" Target="https://github.com/janhaviprof-bot/UAM-Routing/blob/main/CodeImplementation/FinalResults/multi_od_paths_15_5pairs.html" TargetMode="External"/><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0D1A"/>
        </a:solidFill>
        <a:effectLst/>
      </p:bgPr>
    </p:bg>
    <p:spTree>
      <p:nvGrpSpPr>
        <p:cNvPr id="1" name=""/>
        <p:cNvGrpSpPr/>
        <p:nvPr/>
      </p:nvGrpSpPr>
      <p:grpSpPr>
        <a:xfrm>
          <a:off x="0" y="0"/>
          <a:ext cx="0" cy="0"/>
          <a:chOff x="0" y="0"/>
          <a:chExt cx="0" cy="0"/>
        </a:xfrm>
      </p:grpSpPr>
      <p:sp>
        <p:nvSpPr>
          <p:cNvPr id="2" name="Shape 0"/>
          <p:cNvSpPr/>
          <p:nvPr/>
        </p:nvSpPr>
        <p:spPr>
          <a:xfrm>
            <a:off x="36576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71932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 name="Shape 2"/>
          <p:cNvSpPr/>
          <p:nvPr/>
        </p:nvSpPr>
        <p:spPr>
          <a:xfrm>
            <a:off x="107289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142646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178003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213360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 name="Shape 6"/>
          <p:cNvSpPr/>
          <p:nvPr/>
        </p:nvSpPr>
        <p:spPr>
          <a:xfrm>
            <a:off x="248716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 name="Shape 7"/>
          <p:cNvSpPr/>
          <p:nvPr/>
        </p:nvSpPr>
        <p:spPr>
          <a:xfrm>
            <a:off x="284073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 name="Shape 8"/>
          <p:cNvSpPr/>
          <p:nvPr/>
        </p:nvSpPr>
        <p:spPr>
          <a:xfrm>
            <a:off x="319430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354787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390144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425500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460857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 name="Shape 13"/>
          <p:cNvSpPr/>
          <p:nvPr/>
        </p:nvSpPr>
        <p:spPr>
          <a:xfrm>
            <a:off x="496214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531571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566928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602284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637641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672998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 name="Shape 19"/>
          <p:cNvSpPr/>
          <p:nvPr/>
        </p:nvSpPr>
        <p:spPr>
          <a:xfrm>
            <a:off x="708355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 name="Shape 20"/>
          <p:cNvSpPr/>
          <p:nvPr/>
        </p:nvSpPr>
        <p:spPr>
          <a:xfrm>
            <a:off x="743712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 name="Shape 21"/>
          <p:cNvSpPr/>
          <p:nvPr/>
        </p:nvSpPr>
        <p:spPr>
          <a:xfrm>
            <a:off x="779068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814425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849782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885139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 name="Shape 25"/>
          <p:cNvSpPr/>
          <p:nvPr/>
        </p:nvSpPr>
        <p:spPr>
          <a:xfrm>
            <a:off x="920496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955852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991209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1026566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10619232"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 name="Shape 30"/>
          <p:cNvSpPr/>
          <p:nvPr/>
        </p:nvSpPr>
        <p:spPr>
          <a:xfrm>
            <a:off x="10972800"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 name="Shape 31"/>
          <p:cNvSpPr/>
          <p:nvPr/>
        </p:nvSpPr>
        <p:spPr>
          <a:xfrm>
            <a:off x="11326368"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 name="Shape 32"/>
          <p:cNvSpPr/>
          <p:nvPr/>
        </p:nvSpPr>
        <p:spPr>
          <a:xfrm>
            <a:off x="11679936"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 name="Shape 33"/>
          <p:cNvSpPr/>
          <p:nvPr/>
        </p:nvSpPr>
        <p:spPr>
          <a:xfrm>
            <a:off x="12033504" y="365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36576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71932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 name="Shape 36"/>
          <p:cNvSpPr/>
          <p:nvPr/>
        </p:nvSpPr>
        <p:spPr>
          <a:xfrm>
            <a:off x="107289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 name="Shape 37"/>
          <p:cNvSpPr/>
          <p:nvPr/>
        </p:nvSpPr>
        <p:spPr>
          <a:xfrm>
            <a:off x="142646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 name="Shape 38"/>
          <p:cNvSpPr/>
          <p:nvPr/>
        </p:nvSpPr>
        <p:spPr>
          <a:xfrm>
            <a:off x="178003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 name="Shape 39"/>
          <p:cNvSpPr/>
          <p:nvPr/>
        </p:nvSpPr>
        <p:spPr>
          <a:xfrm>
            <a:off x="213360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 name="Shape 40"/>
          <p:cNvSpPr/>
          <p:nvPr/>
        </p:nvSpPr>
        <p:spPr>
          <a:xfrm>
            <a:off x="248716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 name="Shape 41"/>
          <p:cNvSpPr/>
          <p:nvPr/>
        </p:nvSpPr>
        <p:spPr>
          <a:xfrm>
            <a:off x="284073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 name="Shape 42"/>
          <p:cNvSpPr/>
          <p:nvPr/>
        </p:nvSpPr>
        <p:spPr>
          <a:xfrm>
            <a:off x="319430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 name="Shape 43"/>
          <p:cNvSpPr/>
          <p:nvPr/>
        </p:nvSpPr>
        <p:spPr>
          <a:xfrm>
            <a:off x="354787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 name="Shape 44"/>
          <p:cNvSpPr/>
          <p:nvPr/>
        </p:nvSpPr>
        <p:spPr>
          <a:xfrm>
            <a:off x="390144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 name="Shape 45"/>
          <p:cNvSpPr/>
          <p:nvPr/>
        </p:nvSpPr>
        <p:spPr>
          <a:xfrm>
            <a:off x="425500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 name="Shape 46"/>
          <p:cNvSpPr/>
          <p:nvPr/>
        </p:nvSpPr>
        <p:spPr>
          <a:xfrm>
            <a:off x="460857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 name="Shape 47"/>
          <p:cNvSpPr/>
          <p:nvPr/>
        </p:nvSpPr>
        <p:spPr>
          <a:xfrm>
            <a:off x="496214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 name="Shape 48"/>
          <p:cNvSpPr/>
          <p:nvPr/>
        </p:nvSpPr>
        <p:spPr>
          <a:xfrm>
            <a:off x="531571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 name="Shape 49"/>
          <p:cNvSpPr/>
          <p:nvPr/>
        </p:nvSpPr>
        <p:spPr>
          <a:xfrm>
            <a:off x="566928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 name="Shape 50"/>
          <p:cNvSpPr/>
          <p:nvPr/>
        </p:nvSpPr>
        <p:spPr>
          <a:xfrm>
            <a:off x="602284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 name="Shape 51"/>
          <p:cNvSpPr/>
          <p:nvPr/>
        </p:nvSpPr>
        <p:spPr>
          <a:xfrm>
            <a:off x="637641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 name="Shape 52"/>
          <p:cNvSpPr/>
          <p:nvPr/>
        </p:nvSpPr>
        <p:spPr>
          <a:xfrm>
            <a:off x="672998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 name="Shape 53"/>
          <p:cNvSpPr/>
          <p:nvPr/>
        </p:nvSpPr>
        <p:spPr>
          <a:xfrm>
            <a:off x="708355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 name="Shape 54"/>
          <p:cNvSpPr/>
          <p:nvPr/>
        </p:nvSpPr>
        <p:spPr>
          <a:xfrm>
            <a:off x="743712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 name="Shape 55"/>
          <p:cNvSpPr/>
          <p:nvPr/>
        </p:nvSpPr>
        <p:spPr>
          <a:xfrm>
            <a:off x="779068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 name="Shape 56"/>
          <p:cNvSpPr/>
          <p:nvPr/>
        </p:nvSpPr>
        <p:spPr>
          <a:xfrm>
            <a:off x="814425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 name="Shape 57"/>
          <p:cNvSpPr/>
          <p:nvPr/>
        </p:nvSpPr>
        <p:spPr>
          <a:xfrm>
            <a:off x="849782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 name="Shape 58"/>
          <p:cNvSpPr/>
          <p:nvPr/>
        </p:nvSpPr>
        <p:spPr>
          <a:xfrm>
            <a:off x="885139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 name="Shape 59"/>
          <p:cNvSpPr/>
          <p:nvPr/>
        </p:nvSpPr>
        <p:spPr>
          <a:xfrm>
            <a:off x="920496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 name="Shape 60"/>
          <p:cNvSpPr/>
          <p:nvPr/>
        </p:nvSpPr>
        <p:spPr>
          <a:xfrm>
            <a:off x="955852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 name="Shape 61"/>
          <p:cNvSpPr/>
          <p:nvPr/>
        </p:nvSpPr>
        <p:spPr>
          <a:xfrm>
            <a:off x="991209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 name="Shape 62"/>
          <p:cNvSpPr/>
          <p:nvPr/>
        </p:nvSpPr>
        <p:spPr>
          <a:xfrm>
            <a:off x="1026566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 name="Shape 63"/>
          <p:cNvSpPr/>
          <p:nvPr/>
        </p:nvSpPr>
        <p:spPr>
          <a:xfrm>
            <a:off x="10619232"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 name="Shape 64"/>
          <p:cNvSpPr/>
          <p:nvPr/>
        </p:nvSpPr>
        <p:spPr>
          <a:xfrm>
            <a:off x="10972800"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 name="Shape 65"/>
          <p:cNvSpPr/>
          <p:nvPr/>
        </p:nvSpPr>
        <p:spPr>
          <a:xfrm>
            <a:off x="11326368"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 name="Shape 66"/>
          <p:cNvSpPr/>
          <p:nvPr/>
        </p:nvSpPr>
        <p:spPr>
          <a:xfrm>
            <a:off x="11679936"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 name="Shape 67"/>
          <p:cNvSpPr/>
          <p:nvPr/>
        </p:nvSpPr>
        <p:spPr>
          <a:xfrm>
            <a:off x="12033504" y="7193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 name="Shape 68"/>
          <p:cNvSpPr/>
          <p:nvPr/>
        </p:nvSpPr>
        <p:spPr>
          <a:xfrm>
            <a:off x="36576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 name="Shape 69"/>
          <p:cNvSpPr/>
          <p:nvPr/>
        </p:nvSpPr>
        <p:spPr>
          <a:xfrm>
            <a:off x="71932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 name="Shape 70"/>
          <p:cNvSpPr/>
          <p:nvPr/>
        </p:nvSpPr>
        <p:spPr>
          <a:xfrm>
            <a:off x="107289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 name="Shape 71"/>
          <p:cNvSpPr/>
          <p:nvPr/>
        </p:nvSpPr>
        <p:spPr>
          <a:xfrm>
            <a:off x="142646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 name="Shape 72"/>
          <p:cNvSpPr/>
          <p:nvPr/>
        </p:nvSpPr>
        <p:spPr>
          <a:xfrm>
            <a:off x="178003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 name="Shape 73"/>
          <p:cNvSpPr/>
          <p:nvPr/>
        </p:nvSpPr>
        <p:spPr>
          <a:xfrm>
            <a:off x="213360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6" name="Shape 74"/>
          <p:cNvSpPr/>
          <p:nvPr/>
        </p:nvSpPr>
        <p:spPr>
          <a:xfrm>
            <a:off x="248716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7" name="Shape 75"/>
          <p:cNvSpPr/>
          <p:nvPr/>
        </p:nvSpPr>
        <p:spPr>
          <a:xfrm>
            <a:off x="284073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8" name="Shape 76"/>
          <p:cNvSpPr/>
          <p:nvPr/>
        </p:nvSpPr>
        <p:spPr>
          <a:xfrm>
            <a:off x="319430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9" name="Shape 77"/>
          <p:cNvSpPr/>
          <p:nvPr/>
        </p:nvSpPr>
        <p:spPr>
          <a:xfrm>
            <a:off x="354787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0" name="Shape 78"/>
          <p:cNvSpPr/>
          <p:nvPr/>
        </p:nvSpPr>
        <p:spPr>
          <a:xfrm>
            <a:off x="390144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1" name="Shape 79"/>
          <p:cNvSpPr/>
          <p:nvPr/>
        </p:nvSpPr>
        <p:spPr>
          <a:xfrm>
            <a:off x="425500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2" name="Shape 80"/>
          <p:cNvSpPr/>
          <p:nvPr/>
        </p:nvSpPr>
        <p:spPr>
          <a:xfrm>
            <a:off x="460857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3" name="Shape 81"/>
          <p:cNvSpPr/>
          <p:nvPr/>
        </p:nvSpPr>
        <p:spPr>
          <a:xfrm>
            <a:off x="496214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4" name="Shape 82"/>
          <p:cNvSpPr/>
          <p:nvPr/>
        </p:nvSpPr>
        <p:spPr>
          <a:xfrm>
            <a:off x="531571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5" name="Shape 83"/>
          <p:cNvSpPr/>
          <p:nvPr/>
        </p:nvSpPr>
        <p:spPr>
          <a:xfrm>
            <a:off x="566928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6" name="Shape 84"/>
          <p:cNvSpPr/>
          <p:nvPr/>
        </p:nvSpPr>
        <p:spPr>
          <a:xfrm>
            <a:off x="602284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7" name="Shape 85"/>
          <p:cNvSpPr/>
          <p:nvPr/>
        </p:nvSpPr>
        <p:spPr>
          <a:xfrm>
            <a:off x="637641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8" name="Shape 86"/>
          <p:cNvSpPr/>
          <p:nvPr/>
        </p:nvSpPr>
        <p:spPr>
          <a:xfrm>
            <a:off x="672998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9" name="Shape 87"/>
          <p:cNvSpPr/>
          <p:nvPr/>
        </p:nvSpPr>
        <p:spPr>
          <a:xfrm>
            <a:off x="708355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0" name="Shape 88"/>
          <p:cNvSpPr/>
          <p:nvPr/>
        </p:nvSpPr>
        <p:spPr>
          <a:xfrm>
            <a:off x="743712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1" name="Shape 89"/>
          <p:cNvSpPr/>
          <p:nvPr/>
        </p:nvSpPr>
        <p:spPr>
          <a:xfrm>
            <a:off x="779068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2" name="Shape 90"/>
          <p:cNvSpPr/>
          <p:nvPr/>
        </p:nvSpPr>
        <p:spPr>
          <a:xfrm>
            <a:off x="814425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3" name="Shape 91"/>
          <p:cNvSpPr/>
          <p:nvPr/>
        </p:nvSpPr>
        <p:spPr>
          <a:xfrm>
            <a:off x="849782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4" name="Shape 92"/>
          <p:cNvSpPr/>
          <p:nvPr/>
        </p:nvSpPr>
        <p:spPr>
          <a:xfrm>
            <a:off x="885139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5" name="Shape 93"/>
          <p:cNvSpPr/>
          <p:nvPr/>
        </p:nvSpPr>
        <p:spPr>
          <a:xfrm>
            <a:off x="920496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6" name="Shape 94"/>
          <p:cNvSpPr/>
          <p:nvPr/>
        </p:nvSpPr>
        <p:spPr>
          <a:xfrm>
            <a:off x="955852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7" name="Shape 95"/>
          <p:cNvSpPr/>
          <p:nvPr/>
        </p:nvSpPr>
        <p:spPr>
          <a:xfrm>
            <a:off x="991209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8" name="Shape 96"/>
          <p:cNvSpPr/>
          <p:nvPr/>
        </p:nvSpPr>
        <p:spPr>
          <a:xfrm>
            <a:off x="1026566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9" name="Shape 97"/>
          <p:cNvSpPr/>
          <p:nvPr/>
        </p:nvSpPr>
        <p:spPr>
          <a:xfrm>
            <a:off x="10619232"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0" name="Shape 98"/>
          <p:cNvSpPr/>
          <p:nvPr/>
        </p:nvSpPr>
        <p:spPr>
          <a:xfrm>
            <a:off x="10972800"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1" name="Shape 99"/>
          <p:cNvSpPr/>
          <p:nvPr/>
        </p:nvSpPr>
        <p:spPr>
          <a:xfrm>
            <a:off x="11326368"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2" name="Shape 100"/>
          <p:cNvSpPr/>
          <p:nvPr/>
        </p:nvSpPr>
        <p:spPr>
          <a:xfrm>
            <a:off x="11679936"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3" name="Shape 101"/>
          <p:cNvSpPr/>
          <p:nvPr/>
        </p:nvSpPr>
        <p:spPr>
          <a:xfrm>
            <a:off x="12033504" y="107289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4" name="Shape 102"/>
          <p:cNvSpPr/>
          <p:nvPr/>
        </p:nvSpPr>
        <p:spPr>
          <a:xfrm>
            <a:off x="36576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5" name="Shape 103"/>
          <p:cNvSpPr/>
          <p:nvPr/>
        </p:nvSpPr>
        <p:spPr>
          <a:xfrm>
            <a:off x="71932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6" name="Shape 104"/>
          <p:cNvSpPr/>
          <p:nvPr/>
        </p:nvSpPr>
        <p:spPr>
          <a:xfrm>
            <a:off x="107289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7" name="Shape 105"/>
          <p:cNvSpPr/>
          <p:nvPr/>
        </p:nvSpPr>
        <p:spPr>
          <a:xfrm>
            <a:off x="142646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8" name="Shape 106"/>
          <p:cNvSpPr/>
          <p:nvPr/>
        </p:nvSpPr>
        <p:spPr>
          <a:xfrm>
            <a:off x="178003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9" name="Shape 107"/>
          <p:cNvSpPr/>
          <p:nvPr/>
        </p:nvSpPr>
        <p:spPr>
          <a:xfrm>
            <a:off x="213360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0" name="Shape 108"/>
          <p:cNvSpPr/>
          <p:nvPr/>
        </p:nvSpPr>
        <p:spPr>
          <a:xfrm>
            <a:off x="248716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1" name="Shape 109"/>
          <p:cNvSpPr/>
          <p:nvPr/>
        </p:nvSpPr>
        <p:spPr>
          <a:xfrm>
            <a:off x="284073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2" name="Shape 110"/>
          <p:cNvSpPr/>
          <p:nvPr/>
        </p:nvSpPr>
        <p:spPr>
          <a:xfrm>
            <a:off x="319430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3" name="Shape 111"/>
          <p:cNvSpPr/>
          <p:nvPr/>
        </p:nvSpPr>
        <p:spPr>
          <a:xfrm>
            <a:off x="354787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4" name="Shape 112"/>
          <p:cNvSpPr/>
          <p:nvPr/>
        </p:nvSpPr>
        <p:spPr>
          <a:xfrm>
            <a:off x="390144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5" name="Shape 113"/>
          <p:cNvSpPr/>
          <p:nvPr/>
        </p:nvSpPr>
        <p:spPr>
          <a:xfrm>
            <a:off x="425500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6" name="Shape 114"/>
          <p:cNvSpPr/>
          <p:nvPr/>
        </p:nvSpPr>
        <p:spPr>
          <a:xfrm>
            <a:off x="460857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7" name="Shape 115"/>
          <p:cNvSpPr/>
          <p:nvPr/>
        </p:nvSpPr>
        <p:spPr>
          <a:xfrm>
            <a:off x="496214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8" name="Shape 116"/>
          <p:cNvSpPr/>
          <p:nvPr/>
        </p:nvSpPr>
        <p:spPr>
          <a:xfrm>
            <a:off x="531571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9" name="Shape 117"/>
          <p:cNvSpPr/>
          <p:nvPr/>
        </p:nvSpPr>
        <p:spPr>
          <a:xfrm>
            <a:off x="566928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0" name="Shape 118"/>
          <p:cNvSpPr/>
          <p:nvPr/>
        </p:nvSpPr>
        <p:spPr>
          <a:xfrm>
            <a:off x="602284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1" name="Shape 119"/>
          <p:cNvSpPr/>
          <p:nvPr/>
        </p:nvSpPr>
        <p:spPr>
          <a:xfrm>
            <a:off x="637641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2" name="Shape 120"/>
          <p:cNvSpPr/>
          <p:nvPr/>
        </p:nvSpPr>
        <p:spPr>
          <a:xfrm>
            <a:off x="672998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3" name="Shape 121"/>
          <p:cNvSpPr/>
          <p:nvPr/>
        </p:nvSpPr>
        <p:spPr>
          <a:xfrm>
            <a:off x="708355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4" name="Shape 122"/>
          <p:cNvSpPr/>
          <p:nvPr/>
        </p:nvSpPr>
        <p:spPr>
          <a:xfrm>
            <a:off x="743712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5" name="Shape 123"/>
          <p:cNvSpPr/>
          <p:nvPr/>
        </p:nvSpPr>
        <p:spPr>
          <a:xfrm>
            <a:off x="779068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6" name="Shape 124"/>
          <p:cNvSpPr/>
          <p:nvPr/>
        </p:nvSpPr>
        <p:spPr>
          <a:xfrm>
            <a:off x="814425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7" name="Shape 125"/>
          <p:cNvSpPr/>
          <p:nvPr/>
        </p:nvSpPr>
        <p:spPr>
          <a:xfrm>
            <a:off x="849782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8" name="Shape 126"/>
          <p:cNvSpPr/>
          <p:nvPr/>
        </p:nvSpPr>
        <p:spPr>
          <a:xfrm>
            <a:off x="885139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9" name="Shape 127"/>
          <p:cNvSpPr/>
          <p:nvPr/>
        </p:nvSpPr>
        <p:spPr>
          <a:xfrm>
            <a:off x="920496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0" name="Shape 128"/>
          <p:cNvSpPr/>
          <p:nvPr/>
        </p:nvSpPr>
        <p:spPr>
          <a:xfrm>
            <a:off x="955852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1" name="Shape 129"/>
          <p:cNvSpPr/>
          <p:nvPr/>
        </p:nvSpPr>
        <p:spPr>
          <a:xfrm>
            <a:off x="991209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2" name="Shape 130"/>
          <p:cNvSpPr/>
          <p:nvPr/>
        </p:nvSpPr>
        <p:spPr>
          <a:xfrm>
            <a:off x="1026566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3" name="Shape 131"/>
          <p:cNvSpPr/>
          <p:nvPr/>
        </p:nvSpPr>
        <p:spPr>
          <a:xfrm>
            <a:off x="10619232"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4" name="Shape 132"/>
          <p:cNvSpPr/>
          <p:nvPr/>
        </p:nvSpPr>
        <p:spPr>
          <a:xfrm>
            <a:off x="10972800"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5" name="Shape 133"/>
          <p:cNvSpPr/>
          <p:nvPr/>
        </p:nvSpPr>
        <p:spPr>
          <a:xfrm>
            <a:off x="11326368"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6" name="Shape 134"/>
          <p:cNvSpPr/>
          <p:nvPr/>
        </p:nvSpPr>
        <p:spPr>
          <a:xfrm>
            <a:off x="11679936"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7" name="Shape 135"/>
          <p:cNvSpPr/>
          <p:nvPr/>
        </p:nvSpPr>
        <p:spPr>
          <a:xfrm>
            <a:off x="12033504" y="14264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8" name="Shape 136"/>
          <p:cNvSpPr/>
          <p:nvPr/>
        </p:nvSpPr>
        <p:spPr>
          <a:xfrm>
            <a:off x="36576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9" name="Shape 137"/>
          <p:cNvSpPr/>
          <p:nvPr/>
        </p:nvSpPr>
        <p:spPr>
          <a:xfrm>
            <a:off x="71932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0" name="Shape 138"/>
          <p:cNvSpPr/>
          <p:nvPr/>
        </p:nvSpPr>
        <p:spPr>
          <a:xfrm>
            <a:off x="107289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1" name="Shape 139"/>
          <p:cNvSpPr/>
          <p:nvPr/>
        </p:nvSpPr>
        <p:spPr>
          <a:xfrm>
            <a:off x="142646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2" name="Shape 140"/>
          <p:cNvSpPr/>
          <p:nvPr/>
        </p:nvSpPr>
        <p:spPr>
          <a:xfrm>
            <a:off x="178003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3" name="Shape 141"/>
          <p:cNvSpPr/>
          <p:nvPr/>
        </p:nvSpPr>
        <p:spPr>
          <a:xfrm>
            <a:off x="213360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4" name="Shape 142"/>
          <p:cNvSpPr/>
          <p:nvPr/>
        </p:nvSpPr>
        <p:spPr>
          <a:xfrm>
            <a:off x="248716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5" name="Shape 143"/>
          <p:cNvSpPr/>
          <p:nvPr/>
        </p:nvSpPr>
        <p:spPr>
          <a:xfrm>
            <a:off x="284073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6" name="Shape 144"/>
          <p:cNvSpPr/>
          <p:nvPr/>
        </p:nvSpPr>
        <p:spPr>
          <a:xfrm>
            <a:off x="319430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7" name="Shape 145"/>
          <p:cNvSpPr/>
          <p:nvPr/>
        </p:nvSpPr>
        <p:spPr>
          <a:xfrm>
            <a:off x="354787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8" name="Shape 146"/>
          <p:cNvSpPr/>
          <p:nvPr/>
        </p:nvSpPr>
        <p:spPr>
          <a:xfrm>
            <a:off x="390144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9" name="Shape 147"/>
          <p:cNvSpPr/>
          <p:nvPr/>
        </p:nvSpPr>
        <p:spPr>
          <a:xfrm>
            <a:off x="425500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0" name="Shape 148"/>
          <p:cNvSpPr/>
          <p:nvPr/>
        </p:nvSpPr>
        <p:spPr>
          <a:xfrm>
            <a:off x="460857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1" name="Shape 149"/>
          <p:cNvSpPr/>
          <p:nvPr/>
        </p:nvSpPr>
        <p:spPr>
          <a:xfrm>
            <a:off x="496214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2" name="Shape 150"/>
          <p:cNvSpPr/>
          <p:nvPr/>
        </p:nvSpPr>
        <p:spPr>
          <a:xfrm>
            <a:off x="531571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3" name="Shape 151"/>
          <p:cNvSpPr/>
          <p:nvPr/>
        </p:nvSpPr>
        <p:spPr>
          <a:xfrm>
            <a:off x="566928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4" name="Shape 152"/>
          <p:cNvSpPr/>
          <p:nvPr/>
        </p:nvSpPr>
        <p:spPr>
          <a:xfrm>
            <a:off x="602284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5" name="Shape 153"/>
          <p:cNvSpPr/>
          <p:nvPr/>
        </p:nvSpPr>
        <p:spPr>
          <a:xfrm>
            <a:off x="637641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6" name="Shape 154"/>
          <p:cNvSpPr/>
          <p:nvPr/>
        </p:nvSpPr>
        <p:spPr>
          <a:xfrm>
            <a:off x="672998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7" name="Shape 155"/>
          <p:cNvSpPr/>
          <p:nvPr/>
        </p:nvSpPr>
        <p:spPr>
          <a:xfrm>
            <a:off x="708355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8" name="Shape 156"/>
          <p:cNvSpPr/>
          <p:nvPr/>
        </p:nvSpPr>
        <p:spPr>
          <a:xfrm>
            <a:off x="743712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9" name="Shape 157"/>
          <p:cNvSpPr/>
          <p:nvPr/>
        </p:nvSpPr>
        <p:spPr>
          <a:xfrm>
            <a:off x="779068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0" name="Shape 158"/>
          <p:cNvSpPr/>
          <p:nvPr/>
        </p:nvSpPr>
        <p:spPr>
          <a:xfrm>
            <a:off x="814425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1" name="Shape 159"/>
          <p:cNvSpPr/>
          <p:nvPr/>
        </p:nvSpPr>
        <p:spPr>
          <a:xfrm>
            <a:off x="849782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2" name="Shape 160"/>
          <p:cNvSpPr/>
          <p:nvPr/>
        </p:nvSpPr>
        <p:spPr>
          <a:xfrm>
            <a:off x="885139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3" name="Shape 161"/>
          <p:cNvSpPr/>
          <p:nvPr/>
        </p:nvSpPr>
        <p:spPr>
          <a:xfrm>
            <a:off x="920496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4" name="Shape 162"/>
          <p:cNvSpPr/>
          <p:nvPr/>
        </p:nvSpPr>
        <p:spPr>
          <a:xfrm>
            <a:off x="955852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5" name="Shape 163"/>
          <p:cNvSpPr/>
          <p:nvPr/>
        </p:nvSpPr>
        <p:spPr>
          <a:xfrm>
            <a:off x="991209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6" name="Shape 164"/>
          <p:cNvSpPr/>
          <p:nvPr/>
        </p:nvSpPr>
        <p:spPr>
          <a:xfrm>
            <a:off x="1026566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7" name="Shape 165"/>
          <p:cNvSpPr/>
          <p:nvPr/>
        </p:nvSpPr>
        <p:spPr>
          <a:xfrm>
            <a:off x="10619232"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8" name="Shape 166"/>
          <p:cNvSpPr/>
          <p:nvPr/>
        </p:nvSpPr>
        <p:spPr>
          <a:xfrm>
            <a:off x="10972800"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9" name="Shape 167"/>
          <p:cNvSpPr/>
          <p:nvPr/>
        </p:nvSpPr>
        <p:spPr>
          <a:xfrm>
            <a:off x="11326368"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0" name="Shape 168"/>
          <p:cNvSpPr/>
          <p:nvPr/>
        </p:nvSpPr>
        <p:spPr>
          <a:xfrm>
            <a:off x="11679936"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1" name="Shape 169"/>
          <p:cNvSpPr/>
          <p:nvPr/>
        </p:nvSpPr>
        <p:spPr>
          <a:xfrm>
            <a:off x="12033504" y="17800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2" name="Shape 170"/>
          <p:cNvSpPr/>
          <p:nvPr/>
        </p:nvSpPr>
        <p:spPr>
          <a:xfrm>
            <a:off x="36576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3" name="Shape 171"/>
          <p:cNvSpPr/>
          <p:nvPr/>
        </p:nvSpPr>
        <p:spPr>
          <a:xfrm>
            <a:off x="71932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4" name="Shape 172"/>
          <p:cNvSpPr/>
          <p:nvPr/>
        </p:nvSpPr>
        <p:spPr>
          <a:xfrm>
            <a:off x="107289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5" name="Shape 173"/>
          <p:cNvSpPr/>
          <p:nvPr/>
        </p:nvSpPr>
        <p:spPr>
          <a:xfrm>
            <a:off x="142646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6" name="Shape 174"/>
          <p:cNvSpPr/>
          <p:nvPr/>
        </p:nvSpPr>
        <p:spPr>
          <a:xfrm>
            <a:off x="178003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7" name="Shape 175"/>
          <p:cNvSpPr/>
          <p:nvPr/>
        </p:nvSpPr>
        <p:spPr>
          <a:xfrm>
            <a:off x="213360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8" name="Shape 176"/>
          <p:cNvSpPr/>
          <p:nvPr/>
        </p:nvSpPr>
        <p:spPr>
          <a:xfrm>
            <a:off x="248716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9" name="Shape 177"/>
          <p:cNvSpPr/>
          <p:nvPr/>
        </p:nvSpPr>
        <p:spPr>
          <a:xfrm>
            <a:off x="284073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0" name="Shape 178"/>
          <p:cNvSpPr/>
          <p:nvPr/>
        </p:nvSpPr>
        <p:spPr>
          <a:xfrm>
            <a:off x="319430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1" name="Shape 179"/>
          <p:cNvSpPr/>
          <p:nvPr/>
        </p:nvSpPr>
        <p:spPr>
          <a:xfrm>
            <a:off x="354787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2" name="Shape 180"/>
          <p:cNvSpPr/>
          <p:nvPr/>
        </p:nvSpPr>
        <p:spPr>
          <a:xfrm>
            <a:off x="390144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3" name="Shape 181"/>
          <p:cNvSpPr/>
          <p:nvPr/>
        </p:nvSpPr>
        <p:spPr>
          <a:xfrm>
            <a:off x="425500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4" name="Shape 182"/>
          <p:cNvSpPr/>
          <p:nvPr/>
        </p:nvSpPr>
        <p:spPr>
          <a:xfrm>
            <a:off x="460857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5" name="Shape 183"/>
          <p:cNvSpPr/>
          <p:nvPr/>
        </p:nvSpPr>
        <p:spPr>
          <a:xfrm>
            <a:off x="496214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6" name="Shape 184"/>
          <p:cNvSpPr/>
          <p:nvPr/>
        </p:nvSpPr>
        <p:spPr>
          <a:xfrm>
            <a:off x="531571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7" name="Shape 185"/>
          <p:cNvSpPr/>
          <p:nvPr/>
        </p:nvSpPr>
        <p:spPr>
          <a:xfrm>
            <a:off x="566928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8" name="Shape 186"/>
          <p:cNvSpPr/>
          <p:nvPr/>
        </p:nvSpPr>
        <p:spPr>
          <a:xfrm>
            <a:off x="602284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9" name="Shape 187"/>
          <p:cNvSpPr/>
          <p:nvPr/>
        </p:nvSpPr>
        <p:spPr>
          <a:xfrm>
            <a:off x="637641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0" name="Shape 188"/>
          <p:cNvSpPr/>
          <p:nvPr/>
        </p:nvSpPr>
        <p:spPr>
          <a:xfrm>
            <a:off x="672998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1" name="Shape 189"/>
          <p:cNvSpPr/>
          <p:nvPr/>
        </p:nvSpPr>
        <p:spPr>
          <a:xfrm>
            <a:off x="708355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2" name="Shape 190"/>
          <p:cNvSpPr/>
          <p:nvPr/>
        </p:nvSpPr>
        <p:spPr>
          <a:xfrm>
            <a:off x="743712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3" name="Shape 191"/>
          <p:cNvSpPr/>
          <p:nvPr/>
        </p:nvSpPr>
        <p:spPr>
          <a:xfrm>
            <a:off x="779068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4" name="Shape 192"/>
          <p:cNvSpPr/>
          <p:nvPr/>
        </p:nvSpPr>
        <p:spPr>
          <a:xfrm>
            <a:off x="814425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5" name="Shape 193"/>
          <p:cNvSpPr/>
          <p:nvPr/>
        </p:nvSpPr>
        <p:spPr>
          <a:xfrm>
            <a:off x="849782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6" name="Shape 194"/>
          <p:cNvSpPr/>
          <p:nvPr/>
        </p:nvSpPr>
        <p:spPr>
          <a:xfrm>
            <a:off x="885139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7" name="Shape 195"/>
          <p:cNvSpPr/>
          <p:nvPr/>
        </p:nvSpPr>
        <p:spPr>
          <a:xfrm>
            <a:off x="920496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8" name="Shape 196"/>
          <p:cNvSpPr/>
          <p:nvPr/>
        </p:nvSpPr>
        <p:spPr>
          <a:xfrm>
            <a:off x="955852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9" name="Shape 197"/>
          <p:cNvSpPr/>
          <p:nvPr/>
        </p:nvSpPr>
        <p:spPr>
          <a:xfrm>
            <a:off x="991209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0" name="Shape 198"/>
          <p:cNvSpPr/>
          <p:nvPr/>
        </p:nvSpPr>
        <p:spPr>
          <a:xfrm>
            <a:off x="1026566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1" name="Shape 199"/>
          <p:cNvSpPr/>
          <p:nvPr/>
        </p:nvSpPr>
        <p:spPr>
          <a:xfrm>
            <a:off x="10619232"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2" name="Shape 200"/>
          <p:cNvSpPr/>
          <p:nvPr/>
        </p:nvSpPr>
        <p:spPr>
          <a:xfrm>
            <a:off x="10972800"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3" name="Shape 201"/>
          <p:cNvSpPr/>
          <p:nvPr/>
        </p:nvSpPr>
        <p:spPr>
          <a:xfrm>
            <a:off x="11326368"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4" name="Shape 202"/>
          <p:cNvSpPr/>
          <p:nvPr/>
        </p:nvSpPr>
        <p:spPr>
          <a:xfrm>
            <a:off x="11679936"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5" name="Shape 203"/>
          <p:cNvSpPr/>
          <p:nvPr/>
        </p:nvSpPr>
        <p:spPr>
          <a:xfrm>
            <a:off x="12033504" y="2133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6" name="Shape 204"/>
          <p:cNvSpPr/>
          <p:nvPr/>
        </p:nvSpPr>
        <p:spPr>
          <a:xfrm>
            <a:off x="36576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7" name="Shape 205"/>
          <p:cNvSpPr/>
          <p:nvPr/>
        </p:nvSpPr>
        <p:spPr>
          <a:xfrm>
            <a:off x="71932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8" name="Shape 206"/>
          <p:cNvSpPr/>
          <p:nvPr/>
        </p:nvSpPr>
        <p:spPr>
          <a:xfrm>
            <a:off x="107289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9" name="Shape 207"/>
          <p:cNvSpPr/>
          <p:nvPr/>
        </p:nvSpPr>
        <p:spPr>
          <a:xfrm>
            <a:off x="142646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0" name="Shape 208"/>
          <p:cNvSpPr/>
          <p:nvPr/>
        </p:nvSpPr>
        <p:spPr>
          <a:xfrm>
            <a:off x="178003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1" name="Shape 209"/>
          <p:cNvSpPr/>
          <p:nvPr/>
        </p:nvSpPr>
        <p:spPr>
          <a:xfrm>
            <a:off x="213360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2" name="Shape 210"/>
          <p:cNvSpPr/>
          <p:nvPr/>
        </p:nvSpPr>
        <p:spPr>
          <a:xfrm>
            <a:off x="248716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3" name="Shape 211"/>
          <p:cNvSpPr/>
          <p:nvPr/>
        </p:nvSpPr>
        <p:spPr>
          <a:xfrm>
            <a:off x="284073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4" name="Shape 212"/>
          <p:cNvSpPr/>
          <p:nvPr/>
        </p:nvSpPr>
        <p:spPr>
          <a:xfrm>
            <a:off x="319430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5" name="Shape 213"/>
          <p:cNvSpPr/>
          <p:nvPr/>
        </p:nvSpPr>
        <p:spPr>
          <a:xfrm>
            <a:off x="354787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6" name="Shape 214"/>
          <p:cNvSpPr/>
          <p:nvPr/>
        </p:nvSpPr>
        <p:spPr>
          <a:xfrm>
            <a:off x="390144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7" name="Shape 215"/>
          <p:cNvSpPr/>
          <p:nvPr/>
        </p:nvSpPr>
        <p:spPr>
          <a:xfrm>
            <a:off x="425500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8" name="Shape 216"/>
          <p:cNvSpPr/>
          <p:nvPr/>
        </p:nvSpPr>
        <p:spPr>
          <a:xfrm>
            <a:off x="460857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9" name="Shape 217"/>
          <p:cNvSpPr/>
          <p:nvPr/>
        </p:nvSpPr>
        <p:spPr>
          <a:xfrm>
            <a:off x="496214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0" name="Shape 218"/>
          <p:cNvSpPr/>
          <p:nvPr/>
        </p:nvSpPr>
        <p:spPr>
          <a:xfrm>
            <a:off x="531571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1" name="Shape 219"/>
          <p:cNvSpPr/>
          <p:nvPr/>
        </p:nvSpPr>
        <p:spPr>
          <a:xfrm>
            <a:off x="566928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2" name="Shape 220"/>
          <p:cNvSpPr/>
          <p:nvPr/>
        </p:nvSpPr>
        <p:spPr>
          <a:xfrm>
            <a:off x="602284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3" name="Shape 221"/>
          <p:cNvSpPr/>
          <p:nvPr/>
        </p:nvSpPr>
        <p:spPr>
          <a:xfrm>
            <a:off x="637641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4" name="Shape 222"/>
          <p:cNvSpPr/>
          <p:nvPr/>
        </p:nvSpPr>
        <p:spPr>
          <a:xfrm>
            <a:off x="672998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5" name="Shape 223"/>
          <p:cNvSpPr/>
          <p:nvPr/>
        </p:nvSpPr>
        <p:spPr>
          <a:xfrm>
            <a:off x="708355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6" name="Shape 224"/>
          <p:cNvSpPr/>
          <p:nvPr/>
        </p:nvSpPr>
        <p:spPr>
          <a:xfrm>
            <a:off x="743712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7" name="Shape 225"/>
          <p:cNvSpPr/>
          <p:nvPr/>
        </p:nvSpPr>
        <p:spPr>
          <a:xfrm>
            <a:off x="779068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8" name="Shape 226"/>
          <p:cNvSpPr/>
          <p:nvPr/>
        </p:nvSpPr>
        <p:spPr>
          <a:xfrm>
            <a:off x="814425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9" name="Shape 227"/>
          <p:cNvSpPr/>
          <p:nvPr/>
        </p:nvSpPr>
        <p:spPr>
          <a:xfrm>
            <a:off x="849782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0" name="Shape 228"/>
          <p:cNvSpPr/>
          <p:nvPr/>
        </p:nvSpPr>
        <p:spPr>
          <a:xfrm>
            <a:off x="885139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1" name="Shape 229"/>
          <p:cNvSpPr/>
          <p:nvPr/>
        </p:nvSpPr>
        <p:spPr>
          <a:xfrm>
            <a:off x="920496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2" name="Shape 230"/>
          <p:cNvSpPr/>
          <p:nvPr/>
        </p:nvSpPr>
        <p:spPr>
          <a:xfrm>
            <a:off x="955852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3" name="Shape 231"/>
          <p:cNvSpPr/>
          <p:nvPr/>
        </p:nvSpPr>
        <p:spPr>
          <a:xfrm>
            <a:off x="991209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4" name="Shape 232"/>
          <p:cNvSpPr/>
          <p:nvPr/>
        </p:nvSpPr>
        <p:spPr>
          <a:xfrm>
            <a:off x="1026566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5" name="Shape 233"/>
          <p:cNvSpPr/>
          <p:nvPr/>
        </p:nvSpPr>
        <p:spPr>
          <a:xfrm>
            <a:off x="10619232"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6" name="Shape 234"/>
          <p:cNvSpPr/>
          <p:nvPr/>
        </p:nvSpPr>
        <p:spPr>
          <a:xfrm>
            <a:off x="10972800"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7" name="Shape 235"/>
          <p:cNvSpPr/>
          <p:nvPr/>
        </p:nvSpPr>
        <p:spPr>
          <a:xfrm>
            <a:off x="11326368"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8" name="Shape 236"/>
          <p:cNvSpPr/>
          <p:nvPr/>
        </p:nvSpPr>
        <p:spPr>
          <a:xfrm>
            <a:off x="11679936"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9" name="Shape 237"/>
          <p:cNvSpPr/>
          <p:nvPr/>
        </p:nvSpPr>
        <p:spPr>
          <a:xfrm>
            <a:off x="12033504" y="24871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0" name="Shape 238"/>
          <p:cNvSpPr/>
          <p:nvPr/>
        </p:nvSpPr>
        <p:spPr>
          <a:xfrm>
            <a:off x="36576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1" name="Shape 239"/>
          <p:cNvSpPr/>
          <p:nvPr/>
        </p:nvSpPr>
        <p:spPr>
          <a:xfrm>
            <a:off x="71932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2" name="Shape 240"/>
          <p:cNvSpPr/>
          <p:nvPr/>
        </p:nvSpPr>
        <p:spPr>
          <a:xfrm>
            <a:off x="107289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3" name="Shape 241"/>
          <p:cNvSpPr/>
          <p:nvPr/>
        </p:nvSpPr>
        <p:spPr>
          <a:xfrm>
            <a:off x="142646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4" name="Shape 242"/>
          <p:cNvSpPr/>
          <p:nvPr/>
        </p:nvSpPr>
        <p:spPr>
          <a:xfrm>
            <a:off x="178003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5" name="Shape 243"/>
          <p:cNvSpPr/>
          <p:nvPr/>
        </p:nvSpPr>
        <p:spPr>
          <a:xfrm>
            <a:off x="213360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6" name="Shape 244"/>
          <p:cNvSpPr/>
          <p:nvPr/>
        </p:nvSpPr>
        <p:spPr>
          <a:xfrm>
            <a:off x="248716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7" name="Shape 245"/>
          <p:cNvSpPr/>
          <p:nvPr/>
        </p:nvSpPr>
        <p:spPr>
          <a:xfrm>
            <a:off x="284073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8" name="Shape 246"/>
          <p:cNvSpPr/>
          <p:nvPr/>
        </p:nvSpPr>
        <p:spPr>
          <a:xfrm>
            <a:off x="319430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9" name="Shape 247"/>
          <p:cNvSpPr/>
          <p:nvPr/>
        </p:nvSpPr>
        <p:spPr>
          <a:xfrm>
            <a:off x="354787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0" name="Shape 248"/>
          <p:cNvSpPr/>
          <p:nvPr/>
        </p:nvSpPr>
        <p:spPr>
          <a:xfrm>
            <a:off x="390144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1" name="Shape 249"/>
          <p:cNvSpPr/>
          <p:nvPr/>
        </p:nvSpPr>
        <p:spPr>
          <a:xfrm>
            <a:off x="425500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2" name="Shape 250"/>
          <p:cNvSpPr/>
          <p:nvPr/>
        </p:nvSpPr>
        <p:spPr>
          <a:xfrm>
            <a:off x="460857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3" name="Shape 251"/>
          <p:cNvSpPr/>
          <p:nvPr/>
        </p:nvSpPr>
        <p:spPr>
          <a:xfrm>
            <a:off x="496214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4" name="Shape 252"/>
          <p:cNvSpPr/>
          <p:nvPr/>
        </p:nvSpPr>
        <p:spPr>
          <a:xfrm>
            <a:off x="531571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5" name="Shape 253"/>
          <p:cNvSpPr/>
          <p:nvPr/>
        </p:nvSpPr>
        <p:spPr>
          <a:xfrm>
            <a:off x="566928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6" name="Shape 254"/>
          <p:cNvSpPr/>
          <p:nvPr/>
        </p:nvSpPr>
        <p:spPr>
          <a:xfrm>
            <a:off x="602284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7" name="Shape 255"/>
          <p:cNvSpPr/>
          <p:nvPr/>
        </p:nvSpPr>
        <p:spPr>
          <a:xfrm>
            <a:off x="637641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8" name="Shape 256"/>
          <p:cNvSpPr/>
          <p:nvPr/>
        </p:nvSpPr>
        <p:spPr>
          <a:xfrm>
            <a:off x="672998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9" name="Shape 257"/>
          <p:cNvSpPr/>
          <p:nvPr/>
        </p:nvSpPr>
        <p:spPr>
          <a:xfrm>
            <a:off x="708355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0" name="Shape 258"/>
          <p:cNvSpPr/>
          <p:nvPr/>
        </p:nvSpPr>
        <p:spPr>
          <a:xfrm>
            <a:off x="743712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1" name="Shape 259"/>
          <p:cNvSpPr/>
          <p:nvPr/>
        </p:nvSpPr>
        <p:spPr>
          <a:xfrm>
            <a:off x="779068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2" name="Shape 260"/>
          <p:cNvSpPr/>
          <p:nvPr/>
        </p:nvSpPr>
        <p:spPr>
          <a:xfrm>
            <a:off x="814425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3" name="Shape 261"/>
          <p:cNvSpPr/>
          <p:nvPr/>
        </p:nvSpPr>
        <p:spPr>
          <a:xfrm>
            <a:off x="849782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4" name="Shape 262"/>
          <p:cNvSpPr/>
          <p:nvPr/>
        </p:nvSpPr>
        <p:spPr>
          <a:xfrm>
            <a:off x="885139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5" name="Shape 263"/>
          <p:cNvSpPr/>
          <p:nvPr/>
        </p:nvSpPr>
        <p:spPr>
          <a:xfrm>
            <a:off x="920496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6" name="Shape 264"/>
          <p:cNvSpPr/>
          <p:nvPr/>
        </p:nvSpPr>
        <p:spPr>
          <a:xfrm>
            <a:off x="955852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7" name="Shape 265"/>
          <p:cNvSpPr/>
          <p:nvPr/>
        </p:nvSpPr>
        <p:spPr>
          <a:xfrm>
            <a:off x="991209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8" name="Shape 266"/>
          <p:cNvSpPr/>
          <p:nvPr/>
        </p:nvSpPr>
        <p:spPr>
          <a:xfrm>
            <a:off x="1026566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9" name="Shape 267"/>
          <p:cNvSpPr/>
          <p:nvPr/>
        </p:nvSpPr>
        <p:spPr>
          <a:xfrm>
            <a:off x="10619232"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0" name="Shape 268"/>
          <p:cNvSpPr/>
          <p:nvPr/>
        </p:nvSpPr>
        <p:spPr>
          <a:xfrm>
            <a:off x="10972800"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1" name="Shape 269"/>
          <p:cNvSpPr/>
          <p:nvPr/>
        </p:nvSpPr>
        <p:spPr>
          <a:xfrm>
            <a:off x="11326368"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2" name="Shape 270"/>
          <p:cNvSpPr/>
          <p:nvPr/>
        </p:nvSpPr>
        <p:spPr>
          <a:xfrm>
            <a:off x="11679936"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3" name="Shape 271"/>
          <p:cNvSpPr/>
          <p:nvPr/>
        </p:nvSpPr>
        <p:spPr>
          <a:xfrm>
            <a:off x="12033504" y="2840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4" name="Shape 272"/>
          <p:cNvSpPr/>
          <p:nvPr/>
        </p:nvSpPr>
        <p:spPr>
          <a:xfrm>
            <a:off x="36576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5" name="Shape 273"/>
          <p:cNvSpPr/>
          <p:nvPr/>
        </p:nvSpPr>
        <p:spPr>
          <a:xfrm>
            <a:off x="71932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6" name="Shape 274"/>
          <p:cNvSpPr/>
          <p:nvPr/>
        </p:nvSpPr>
        <p:spPr>
          <a:xfrm>
            <a:off x="107289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7" name="Shape 275"/>
          <p:cNvSpPr/>
          <p:nvPr/>
        </p:nvSpPr>
        <p:spPr>
          <a:xfrm>
            <a:off x="142646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8" name="Shape 276"/>
          <p:cNvSpPr/>
          <p:nvPr/>
        </p:nvSpPr>
        <p:spPr>
          <a:xfrm>
            <a:off x="178003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9" name="Shape 277"/>
          <p:cNvSpPr/>
          <p:nvPr/>
        </p:nvSpPr>
        <p:spPr>
          <a:xfrm>
            <a:off x="213360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0" name="Shape 278"/>
          <p:cNvSpPr/>
          <p:nvPr/>
        </p:nvSpPr>
        <p:spPr>
          <a:xfrm>
            <a:off x="248716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1" name="Shape 279"/>
          <p:cNvSpPr/>
          <p:nvPr/>
        </p:nvSpPr>
        <p:spPr>
          <a:xfrm>
            <a:off x="284073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2" name="Shape 280"/>
          <p:cNvSpPr/>
          <p:nvPr/>
        </p:nvSpPr>
        <p:spPr>
          <a:xfrm>
            <a:off x="319430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3" name="Shape 281"/>
          <p:cNvSpPr/>
          <p:nvPr/>
        </p:nvSpPr>
        <p:spPr>
          <a:xfrm>
            <a:off x="354787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4" name="Shape 282"/>
          <p:cNvSpPr/>
          <p:nvPr/>
        </p:nvSpPr>
        <p:spPr>
          <a:xfrm>
            <a:off x="390144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5" name="Shape 283"/>
          <p:cNvSpPr/>
          <p:nvPr/>
        </p:nvSpPr>
        <p:spPr>
          <a:xfrm>
            <a:off x="425500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6" name="Shape 284"/>
          <p:cNvSpPr/>
          <p:nvPr/>
        </p:nvSpPr>
        <p:spPr>
          <a:xfrm>
            <a:off x="460857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7" name="Shape 285"/>
          <p:cNvSpPr/>
          <p:nvPr/>
        </p:nvSpPr>
        <p:spPr>
          <a:xfrm>
            <a:off x="496214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8" name="Shape 286"/>
          <p:cNvSpPr/>
          <p:nvPr/>
        </p:nvSpPr>
        <p:spPr>
          <a:xfrm>
            <a:off x="531571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9" name="Shape 287"/>
          <p:cNvSpPr/>
          <p:nvPr/>
        </p:nvSpPr>
        <p:spPr>
          <a:xfrm>
            <a:off x="566928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0" name="Shape 288"/>
          <p:cNvSpPr/>
          <p:nvPr/>
        </p:nvSpPr>
        <p:spPr>
          <a:xfrm>
            <a:off x="602284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1" name="Shape 289"/>
          <p:cNvSpPr/>
          <p:nvPr/>
        </p:nvSpPr>
        <p:spPr>
          <a:xfrm>
            <a:off x="637641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2" name="Shape 290"/>
          <p:cNvSpPr/>
          <p:nvPr/>
        </p:nvSpPr>
        <p:spPr>
          <a:xfrm>
            <a:off x="672998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3" name="Shape 291"/>
          <p:cNvSpPr/>
          <p:nvPr/>
        </p:nvSpPr>
        <p:spPr>
          <a:xfrm>
            <a:off x="708355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4" name="Shape 292"/>
          <p:cNvSpPr/>
          <p:nvPr/>
        </p:nvSpPr>
        <p:spPr>
          <a:xfrm>
            <a:off x="743712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5" name="Shape 293"/>
          <p:cNvSpPr/>
          <p:nvPr/>
        </p:nvSpPr>
        <p:spPr>
          <a:xfrm>
            <a:off x="779068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6" name="Shape 294"/>
          <p:cNvSpPr/>
          <p:nvPr/>
        </p:nvSpPr>
        <p:spPr>
          <a:xfrm>
            <a:off x="814425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7" name="Shape 295"/>
          <p:cNvSpPr/>
          <p:nvPr/>
        </p:nvSpPr>
        <p:spPr>
          <a:xfrm>
            <a:off x="849782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8" name="Shape 296"/>
          <p:cNvSpPr/>
          <p:nvPr/>
        </p:nvSpPr>
        <p:spPr>
          <a:xfrm>
            <a:off x="885139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9" name="Shape 297"/>
          <p:cNvSpPr/>
          <p:nvPr/>
        </p:nvSpPr>
        <p:spPr>
          <a:xfrm>
            <a:off x="920496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0" name="Shape 298"/>
          <p:cNvSpPr/>
          <p:nvPr/>
        </p:nvSpPr>
        <p:spPr>
          <a:xfrm>
            <a:off x="955852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1" name="Shape 299"/>
          <p:cNvSpPr/>
          <p:nvPr/>
        </p:nvSpPr>
        <p:spPr>
          <a:xfrm>
            <a:off x="991209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2" name="Shape 300"/>
          <p:cNvSpPr/>
          <p:nvPr/>
        </p:nvSpPr>
        <p:spPr>
          <a:xfrm>
            <a:off x="1026566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3" name="Shape 301"/>
          <p:cNvSpPr/>
          <p:nvPr/>
        </p:nvSpPr>
        <p:spPr>
          <a:xfrm>
            <a:off x="10619232"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4" name="Shape 302"/>
          <p:cNvSpPr/>
          <p:nvPr/>
        </p:nvSpPr>
        <p:spPr>
          <a:xfrm>
            <a:off x="10972800"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5" name="Shape 303"/>
          <p:cNvSpPr/>
          <p:nvPr/>
        </p:nvSpPr>
        <p:spPr>
          <a:xfrm>
            <a:off x="11326368"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6" name="Shape 304"/>
          <p:cNvSpPr/>
          <p:nvPr/>
        </p:nvSpPr>
        <p:spPr>
          <a:xfrm>
            <a:off x="11679936"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7" name="Shape 305"/>
          <p:cNvSpPr/>
          <p:nvPr/>
        </p:nvSpPr>
        <p:spPr>
          <a:xfrm>
            <a:off x="12033504" y="31943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8" name="Shape 306"/>
          <p:cNvSpPr/>
          <p:nvPr/>
        </p:nvSpPr>
        <p:spPr>
          <a:xfrm>
            <a:off x="36576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9" name="Shape 307"/>
          <p:cNvSpPr/>
          <p:nvPr/>
        </p:nvSpPr>
        <p:spPr>
          <a:xfrm>
            <a:off x="71932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0" name="Shape 308"/>
          <p:cNvSpPr/>
          <p:nvPr/>
        </p:nvSpPr>
        <p:spPr>
          <a:xfrm>
            <a:off x="107289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1" name="Shape 309"/>
          <p:cNvSpPr/>
          <p:nvPr/>
        </p:nvSpPr>
        <p:spPr>
          <a:xfrm>
            <a:off x="142646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2" name="Shape 310"/>
          <p:cNvSpPr/>
          <p:nvPr/>
        </p:nvSpPr>
        <p:spPr>
          <a:xfrm>
            <a:off x="178003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3" name="Shape 311"/>
          <p:cNvSpPr/>
          <p:nvPr/>
        </p:nvSpPr>
        <p:spPr>
          <a:xfrm>
            <a:off x="213360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4" name="Shape 312"/>
          <p:cNvSpPr/>
          <p:nvPr/>
        </p:nvSpPr>
        <p:spPr>
          <a:xfrm>
            <a:off x="248716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5" name="Shape 313"/>
          <p:cNvSpPr/>
          <p:nvPr/>
        </p:nvSpPr>
        <p:spPr>
          <a:xfrm>
            <a:off x="284073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6" name="Shape 314"/>
          <p:cNvSpPr/>
          <p:nvPr/>
        </p:nvSpPr>
        <p:spPr>
          <a:xfrm>
            <a:off x="319430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7" name="Shape 315"/>
          <p:cNvSpPr/>
          <p:nvPr/>
        </p:nvSpPr>
        <p:spPr>
          <a:xfrm>
            <a:off x="354787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8" name="Shape 316"/>
          <p:cNvSpPr/>
          <p:nvPr/>
        </p:nvSpPr>
        <p:spPr>
          <a:xfrm>
            <a:off x="390144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9" name="Shape 317"/>
          <p:cNvSpPr/>
          <p:nvPr/>
        </p:nvSpPr>
        <p:spPr>
          <a:xfrm>
            <a:off x="425500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0" name="Shape 318"/>
          <p:cNvSpPr/>
          <p:nvPr/>
        </p:nvSpPr>
        <p:spPr>
          <a:xfrm>
            <a:off x="460857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1" name="Shape 319"/>
          <p:cNvSpPr/>
          <p:nvPr/>
        </p:nvSpPr>
        <p:spPr>
          <a:xfrm>
            <a:off x="496214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2" name="Shape 320"/>
          <p:cNvSpPr/>
          <p:nvPr/>
        </p:nvSpPr>
        <p:spPr>
          <a:xfrm>
            <a:off x="531571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3" name="Shape 321"/>
          <p:cNvSpPr/>
          <p:nvPr/>
        </p:nvSpPr>
        <p:spPr>
          <a:xfrm>
            <a:off x="566928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4" name="Shape 322"/>
          <p:cNvSpPr/>
          <p:nvPr/>
        </p:nvSpPr>
        <p:spPr>
          <a:xfrm>
            <a:off x="602284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5" name="Shape 323"/>
          <p:cNvSpPr/>
          <p:nvPr/>
        </p:nvSpPr>
        <p:spPr>
          <a:xfrm>
            <a:off x="637641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6" name="Shape 324"/>
          <p:cNvSpPr/>
          <p:nvPr/>
        </p:nvSpPr>
        <p:spPr>
          <a:xfrm>
            <a:off x="672998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7" name="Shape 325"/>
          <p:cNvSpPr/>
          <p:nvPr/>
        </p:nvSpPr>
        <p:spPr>
          <a:xfrm>
            <a:off x="708355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8" name="Shape 326"/>
          <p:cNvSpPr/>
          <p:nvPr/>
        </p:nvSpPr>
        <p:spPr>
          <a:xfrm>
            <a:off x="743712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9" name="Shape 327"/>
          <p:cNvSpPr/>
          <p:nvPr/>
        </p:nvSpPr>
        <p:spPr>
          <a:xfrm>
            <a:off x="779068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0" name="Shape 328"/>
          <p:cNvSpPr/>
          <p:nvPr/>
        </p:nvSpPr>
        <p:spPr>
          <a:xfrm>
            <a:off x="814425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1" name="Shape 329"/>
          <p:cNvSpPr/>
          <p:nvPr/>
        </p:nvSpPr>
        <p:spPr>
          <a:xfrm>
            <a:off x="849782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2" name="Shape 330"/>
          <p:cNvSpPr/>
          <p:nvPr/>
        </p:nvSpPr>
        <p:spPr>
          <a:xfrm>
            <a:off x="885139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3" name="Shape 331"/>
          <p:cNvSpPr/>
          <p:nvPr/>
        </p:nvSpPr>
        <p:spPr>
          <a:xfrm>
            <a:off x="920496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4" name="Shape 332"/>
          <p:cNvSpPr/>
          <p:nvPr/>
        </p:nvSpPr>
        <p:spPr>
          <a:xfrm>
            <a:off x="955852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5" name="Shape 333"/>
          <p:cNvSpPr/>
          <p:nvPr/>
        </p:nvSpPr>
        <p:spPr>
          <a:xfrm>
            <a:off x="991209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6" name="Shape 334"/>
          <p:cNvSpPr/>
          <p:nvPr/>
        </p:nvSpPr>
        <p:spPr>
          <a:xfrm>
            <a:off x="1026566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7" name="Shape 335"/>
          <p:cNvSpPr/>
          <p:nvPr/>
        </p:nvSpPr>
        <p:spPr>
          <a:xfrm>
            <a:off x="10619232"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8" name="Shape 336"/>
          <p:cNvSpPr/>
          <p:nvPr/>
        </p:nvSpPr>
        <p:spPr>
          <a:xfrm>
            <a:off x="10972800"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9" name="Shape 337"/>
          <p:cNvSpPr/>
          <p:nvPr/>
        </p:nvSpPr>
        <p:spPr>
          <a:xfrm>
            <a:off x="11326368"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0" name="Shape 338"/>
          <p:cNvSpPr/>
          <p:nvPr/>
        </p:nvSpPr>
        <p:spPr>
          <a:xfrm>
            <a:off x="11679936"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1" name="Shape 339"/>
          <p:cNvSpPr/>
          <p:nvPr/>
        </p:nvSpPr>
        <p:spPr>
          <a:xfrm>
            <a:off x="12033504" y="354787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2" name="Shape 340"/>
          <p:cNvSpPr/>
          <p:nvPr/>
        </p:nvSpPr>
        <p:spPr>
          <a:xfrm>
            <a:off x="36576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3" name="Shape 341"/>
          <p:cNvSpPr/>
          <p:nvPr/>
        </p:nvSpPr>
        <p:spPr>
          <a:xfrm>
            <a:off x="71932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4" name="Shape 342"/>
          <p:cNvSpPr/>
          <p:nvPr/>
        </p:nvSpPr>
        <p:spPr>
          <a:xfrm>
            <a:off x="107289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5" name="Shape 343"/>
          <p:cNvSpPr/>
          <p:nvPr/>
        </p:nvSpPr>
        <p:spPr>
          <a:xfrm>
            <a:off x="142646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6" name="Shape 344"/>
          <p:cNvSpPr/>
          <p:nvPr/>
        </p:nvSpPr>
        <p:spPr>
          <a:xfrm>
            <a:off x="178003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7" name="Shape 345"/>
          <p:cNvSpPr/>
          <p:nvPr/>
        </p:nvSpPr>
        <p:spPr>
          <a:xfrm>
            <a:off x="213360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8" name="Shape 346"/>
          <p:cNvSpPr/>
          <p:nvPr/>
        </p:nvSpPr>
        <p:spPr>
          <a:xfrm>
            <a:off x="248716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9" name="Shape 347"/>
          <p:cNvSpPr/>
          <p:nvPr/>
        </p:nvSpPr>
        <p:spPr>
          <a:xfrm>
            <a:off x="284073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0" name="Shape 348"/>
          <p:cNvSpPr/>
          <p:nvPr/>
        </p:nvSpPr>
        <p:spPr>
          <a:xfrm>
            <a:off x="319430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1" name="Shape 349"/>
          <p:cNvSpPr/>
          <p:nvPr/>
        </p:nvSpPr>
        <p:spPr>
          <a:xfrm>
            <a:off x="354787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2" name="Shape 350"/>
          <p:cNvSpPr/>
          <p:nvPr/>
        </p:nvSpPr>
        <p:spPr>
          <a:xfrm>
            <a:off x="390144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3" name="Shape 351"/>
          <p:cNvSpPr/>
          <p:nvPr/>
        </p:nvSpPr>
        <p:spPr>
          <a:xfrm>
            <a:off x="425500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4" name="Shape 352"/>
          <p:cNvSpPr/>
          <p:nvPr/>
        </p:nvSpPr>
        <p:spPr>
          <a:xfrm>
            <a:off x="460857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5" name="Shape 353"/>
          <p:cNvSpPr/>
          <p:nvPr/>
        </p:nvSpPr>
        <p:spPr>
          <a:xfrm>
            <a:off x="496214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6" name="Shape 354"/>
          <p:cNvSpPr/>
          <p:nvPr/>
        </p:nvSpPr>
        <p:spPr>
          <a:xfrm>
            <a:off x="531571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7" name="Shape 355"/>
          <p:cNvSpPr/>
          <p:nvPr/>
        </p:nvSpPr>
        <p:spPr>
          <a:xfrm>
            <a:off x="566928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8" name="Shape 356"/>
          <p:cNvSpPr/>
          <p:nvPr/>
        </p:nvSpPr>
        <p:spPr>
          <a:xfrm>
            <a:off x="602284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9" name="Shape 357"/>
          <p:cNvSpPr/>
          <p:nvPr/>
        </p:nvSpPr>
        <p:spPr>
          <a:xfrm>
            <a:off x="637641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0" name="Shape 358"/>
          <p:cNvSpPr/>
          <p:nvPr/>
        </p:nvSpPr>
        <p:spPr>
          <a:xfrm>
            <a:off x="672998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1" name="Shape 359"/>
          <p:cNvSpPr/>
          <p:nvPr/>
        </p:nvSpPr>
        <p:spPr>
          <a:xfrm>
            <a:off x="708355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2" name="Shape 360"/>
          <p:cNvSpPr/>
          <p:nvPr/>
        </p:nvSpPr>
        <p:spPr>
          <a:xfrm>
            <a:off x="743712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3" name="Shape 361"/>
          <p:cNvSpPr/>
          <p:nvPr/>
        </p:nvSpPr>
        <p:spPr>
          <a:xfrm>
            <a:off x="779068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4" name="Shape 362"/>
          <p:cNvSpPr/>
          <p:nvPr/>
        </p:nvSpPr>
        <p:spPr>
          <a:xfrm>
            <a:off x="814425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5" name="Shape 363"/>
          <p:cNvSpPr/>
          <p:nvPr/>
        </p:nvSpPr>
        <p:spPr>
          <a:xfrm>
            <a:off x="849782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6" name="Shape 364"/>
          <p:cNvSpPr/>
          <p:nvPr/>
        </p:nvSpPr>
        <p:spPr>
          <a:xfrm>
            <a:off x="885139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7" name="Shape 365"/>
          <p:cNvSpPr/>
          <p:nvPr/>
        </p:nvSpPr>
        <p:spPr>
          <a:xfrm>
            <a:off x="920496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8" name="Shape 366"/>
          <p:cNvSpPr/>
          <p:nvPr/>
        </p:nvSpPr>
        <p:spPr>
          <a:xfrm>
            <a:off x="955852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9" name="Shape 367"/>
          <p:cNvSpPr/>
          <p:nvPr/>
        </p:nvSpPr>
        <p:spPr>
          <a:xfrm>
            <a:off x="991209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0" name="Shape 368"/>
          <p:cNvSpPr/>
          <p:nvPr/>
        </p:nvSpPr>
        <p:spPr>
          <a:xfrm>
            <a:off x="1026566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1" name="Shape 369"/>
          <p:cNvSpPr/>
          <p:nvPr/>
        </p:nvSpPr>
        <p:spPr>
          <a:xfrm>
            <a:off x="10619232"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2" name="Shape 370"/>
          <p:cNvSpPr/>
          <p:nvPr/>
        </p:nvSpPr>
        <p:spPr>
          <a:xfrm>
            <a:off x="10972800"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3" name="Shape 371"/>
          <p:cNvSpPr/>
          <p:nvPr/>
        </p:nvSpPr>
        <p:spPr>
          <a:xfrm>
            <a:off x="11326368"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4" name="Shape 372"/>
          <p:cNvSpPr/>
          <p:nvPr/>
        </p:nvSpPr>
        <p:spPr>
          <a:xfrm>
            <a:off x="11679936"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5" name="Shape 373"/>
          <p:cNvSpPr/>
          <p:nvPr/>
        </p:nvSpPr>
        <p:spPr>
          <a:xfrm>
            <a:off x="12033504" y="39014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6" name="Shape 374"/>
          <p:cNvSpPr/>
          <p:nvPr/>
        </p:nvSpPr>
        <p:spPr>
          <a:xfrm>
            <a:off x="36576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7" name="Shape 375"/>
          <p:cNvSpPr/>
          <p:nvPr/>
        </p:nvSpPr>
        <p:spPr>
          <a:xfrm>
            <a:off x="71932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8" name="Shape 376"/>
          <p:cNvSpPr/>
          <p:nvPr/>
        </p:nvSpPr>
        <p:spPr>
          <a:xfrm>
            <a:off x="107289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9" name="Shape 377"/>
          <p:cNvSpPr/>
          <p:nvPr/>
        </p:nvSpPr>
        <p:spPr>
          <a:xfrm>
            <a:off x="142646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0" name="Shape 378"/>
          <p:cNvSpPr/>
          <p:nvPr/>
        </p:nvSpPr>
        <p:spPr>
          <a:xfrm>
            <a:off x="178003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1" name="Shape 379"/>
          <p:cNvSpPr/>
          <p:nvPr/>
        </p:nvSpPr>
        <p:spPr>
          <a:xfrm>
            <a:off x="213360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2" name="Shape 380"/>
          <p:cNvSpPr/>
          <p:nvPr/>
        </p:nvSpPr>
        <p:spPr>
          <a:xfrm>
            <a:off x="248716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3" name="Shape 381"/>
          <p:cNvSpPr/>
          <p:nvPr/>
        </p:nvSpPr>
        <p:spPr>
          <a:xfrm>
            <a:off x="284073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4" name="Shape 382"/>
          <p:cNvSpPr/>
          <p:nvPr/>
        </p:nvSpPr>
        <p:spPr>
          <a:xfrm>
            <a:off x="319430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5" name="Shape 383"/>
          <p:cNvSpPr/>
          <p:nvPr/>
        </p:nvSpPr>
        <p:spPr>
          <a:xfrm>
            <a:off x="354787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6" name="Shape 384"/>
          <p:cNvSpPr/>
          <p:nvPr/>
        </p:nvSpPr>
        <p:spPr>
          <a:xfrm>
            <a:off x="390144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7" name="Shape 385"/>
          <p:cNvSpPr/>
          <p:nvPr/>
        </p:nvSpPr>
        <p:spPr>
          <a:xfrm>
            <a:off x="425500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8" name="Shape 386"/>
          <p:cNvSpPr/>
          <p:nvPr/>
        </p:nvSpPr>
        <p:spPr>
          <a:xfrm>
            <a:off x="460857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9" name="Shape 387"/>
          <p:cNvSpPr/>
          <p:nvPr/>
        </p:nvSpPr>
        <p:spPr>
          <a:xfrm>
            <a:off x="496214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0" name="Shape 388"/>
          <p:cNvSpPr/>
          <p:nvPr/>
        </p:nvSpPr>
        <p:spPr>
          <a:xfrm>
            <a:off x="531571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1" name="Shape 389"/>
          <p:cNvSpPr/>
          <p:nvPr/>
        </p:nvSpPr>
        <p:spPr>
          <a:xfrm>
            <a:off x="566928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2" name="Shape 390"/>
          <p:cNvSpPr/>
          <p:nvPr/>
        </p:nvSpPr>
        <p:spPr>
          <a:xfrm>
            <a:off x="602284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3" name="Shape 391"/>
          <p:cNvSpPr/>
          <p:nvPr/>
        </p:nvSpPr>
        <p:spPr>
          <a:xfrm>
            <a:off x="637641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4" name="Shape 392"/>
          <p:cNvSpPr/>
          <p:nvPr/>
        </p:nvSpPr>
        <p:spPr>
          <a:xfrm>
            <a:off x="672998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5" name="Shape 393"/>
          <p:cNvSpPr/>
          <p:nvPr/>
        </p:nvSpPr>
        <p:spPr>
          <a:xfrm>
            <a:off x="708355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6" name="Shape 394"/>
          <p:cNvSpPr/>
          <p:nvPr/>
        </p:nvSpPr>
        <p:spPr>
          <a:xfrm>
            <a:off x="743712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7" name="Shape 395"/>
          <p:cNvSpPr/>
          <p:nvPr/>
        </p:nvSpPr>
        <p:spPr>
          <a:xfrm>
            <a:off x="779068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8" name="Shape 396"/>
          <p:cNvSpPr/>
          <p:nvPr/>
        </p:nvSpPr>
        <p:spPr>
          <a:xfrm>
            <a:off x="814425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9" name="Shape 397"/>
          <p:cNvSpPr/>
          <p:nvPr/>
        </p:nvSpPr>
        <p:spPr>
          <a:xfrm>
            <a:off x="849782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0" name="Shape 398"/>
          <p:cNvSpPr/>
          <p:nvPr/>
        </p:nvSpPr>
        <p:spPr>
          <a:xfrm>
            <a:off x="885139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1" name="Shape 399"/>
          <p:cNvSpPr/>
          <p:nvPr/>
        </p:nvSpPr>
        <p:spPr>
          <a:xfrm>
            <a:off x="920496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2" name="Shape 400"/>
          <p:cNvSpPr/>
          <p:nvPr/>
        </p:nvSpPr>
        <p:spPr>
          <a:xfrm>
            <a:off x="955852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3" name="Shape 401"/>
          <p:cNvSpPr/>
          <p:nvPr/>
        </p:nvSpPr>
        <p:spPr>
          <a:xfrm>
            <a:off x="991209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4" name="Shape 402"/>
          <p:cNvSpPr/>
          <p:nvPr/>
        </p:nvSpPr>
        <p:spPr>
          <a:xfrm>
            <a:off x="1026566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5" name="Shape 403"/>
          <p:cNvSpPr/>
          <p:nvPr/>
        </p:nvSpPr>
        <p:spPr>
          <a:xfrm>
            <a:off x="10619232"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6" name="Shape 404"/>
          <p:cNvSpPr/>
          <p:nvPr/>
        </p:nvSpPr>
        <p:spPr>
          <a:xfrm>
            <a:off x="10972800"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7" name="Shape 405"/>
          <p:cNvSpPr/>
          <p:nvPr/>
        </p:nvSpPr>
        <p:spPr>
          <a:xfrm>
            <a:off x="11326368"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8" name="Shape 406"/>
          <p:cNvSpPr/>
          <p:nvPr/>
        </p:nvSpPr>
        <p:spPr>
          <a:xfrm>
            <a:off x="11679936"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9" name="Shape 407"/>
          <p:cNvSpPr/>
          <p:nvPr/>
        </p:nvSpPr>
        <p:spPr>
          <a:xfrm>
            <a:off x="12033504" y="4255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0" name="Shape 408"/>
          <p:cNvSpPr/>
          <p:nvPr/>
        </p:nvSpPr>
        <p:spPr>
          <a:xfrm>
            <a:off x="36576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1" name="Shape 409"/>
          <p:cNvSpPr/>
          <p:nvPr/>
        </p:nvSpPr>
        <p:spPr>
          <a:xfrm>
            <a:off x="71932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2" name="Shape 410"/>
          <p:cNvSpPr/>
          <p:nvPr/>
        </p:nvSpPr>
        <p:spPr>
          <a:xfrm>
            <a:off x="107289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3" name="Shape 411"/>
          <p:cNvSpPr/>
          <p:nvPr/>
        </p:nvSpPr>
        <p:spPr>
          <a:xfrm>
            <a:off x="142646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4" name="Shape 412"/>
          <p:cNvSpPr/>
          <p:nvPr/>
        </p:nvSpPr>
        <p:spPr>
          <a:xfrm>
            <a:off x="178003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5" name="Shape 413"/>
          <p:cNvSpPr/>
          <p:nvPr/>
        </p:nvSpPr>
        <p:spPr>
          <a:xfrm>
            <a:off x="213360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6" name="Shape 414"/>
          <p:cNvSpPr/>
          <p:nvPr/>
        </p:nvSpPr>
        <p:spPr>
          <a:xfrm>
            <a:off x="248716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7" name="Shape 415"/>
          <p:cNvSpPr/>
          <p:nvPr/>
        </p:nvSpPr>
        <p:spPr>
          <a:xfrm>
            <a:off x="284073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8" name="Shape 416"/>
          <p:cNvSpPr/>
          <p:nvPr/>
        </p:nvSpPr>
        <p:spPr>
          <a:xfrm>
            <a:off x="319430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9" name="Shape 417"/>
          <p:cNvSpPr/>
          <p:nvPr/>
        </p:nvSpPr>
        <p:spPr>
          <a:xfrm>
            <a:off x="354787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0" name="Shape 418"/>
          <p:cNvSpPr/>
          <p:nvPr/>
        </p:nvSpPr>
        <p:spPr>
          <a:xfrm>
            <a:off x="390144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1" name="Shape 419"/>
          <p:cNvSpPr/>
          <p:nvPr/>
        </p:nvSpPr>
        <p:spPr>
          <a:xfrm>
            <a:off x="425500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2" name="Shape 420"/>
          <p:cNvSpPr/>
          <p:nvPr/>
        </p:nvSpPr>
        <p:spPr>
          <a:xfrm>
            <a:off x="460857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3" name="Shape 421"/>
          <p:cNvSpPr/>
          <p:nvPr/>
        </p:nvSpPr>
        <p:spPr>
          <a:xfrm>
            <a:off x="496214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4" name="Shape 422"/>
          <p:cNvSpPr/>
          <p:nvPr/>
        </p:nvSpPr>
        <p:spPr>
          <a:xfrm>
            <a:off x="531571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5" name="Shape 423"/>
          <p:cNvSpPr/>
          <p:nvPr/>
        </p:nvSpPr>
        <p:spPr>
          <a:xfrm>
            <a:off x="566928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6" name="Shape 424"/>
          <p:cNvSpPr/>
          <p:nvPr/>
        </p:nvSpPr>
        <p:spPr>
          <a:xfrm>
            <a:off x="602284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7" name="Shape 425"/>
          <p:cNvSpPr/>
          <p:nvPr/>
        </p:nvSpPr>
        <p:spPr>
          <a:xfrm>
            <a:off x="637641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8" name="Shape 426"/>
          <p:cNvSpPr/>
          <p:nvPr/>
        </p:nvSpPr>
        <p:spPr>
          <a:xfrm>
            <a:off x="672998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9" name="Shape 427"/>
          <p:cNvSpPr/>
          <p:nvPr/>
        </p:nvSpPr>
        <p:spPr>
          <a:xfrm>
            <a:off x="708355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0" name="Shape 428"/>
          <p:cNvSpPr/>
          <p:nvPr/>
        </p:nvSpPr>
        <p:spPr>
          <a:xfrm>
            <a:off x="743712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1" name="Shape 429"/>
          <p:cNvSpPr/>
          <p:nvPr/>
        </p:nvSpPr>
        <p:spPr>
          <a:xfrm>
            <a:off x="779068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2" name="Shape 430"/>
          <p:cNvSpPr/>
          <p:nvPr/>
        </p:nvSpPr>
        <p:spPr>
          <a:xfrm>
            <a:off x="814425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3" name="Shape 431"/>
          <p:cNvSpPr/>
          <p:nvPr/>
        </p:nvSpPr>
        <p:spPr>
          <a:xfrm>
            <a:off x="849782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4" name="Shape 432"/>
          <p:cNvSpPr/>
          <p:nvPr/>
        </p:nvSpPr>
        <p:spPr>
          <a:xfrm>
            <a:off x="885139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5" name="Shape 433"/>
          <p:cNvSpPr/>
          <p:nvPr/>
        </p:nvSpPr>
        <p:spPr>
          <a:xfrm>
            <a:off x="920496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6" name="Shape 434"/>
          <p:cNvSpPr/>
          <p:nvPr/>
        </p:nvSpPr>
        <p:spPr>
          <a:xfrm>
            <a:off x="955852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7" name="Shape 435"/>
          <p:cNvSpPr/>
          <p:nvPr/>
        </p:nvSpPr>
        <p:spPr>
          <a:xfrm>
            <a:off x="991209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8" name="Shape 436"/>
          <p:cNvSpPr/>
          <p:nvPr/>
        </p:nvSpPr>
        <p:spPr>
          <a:xfrm>
            <a:off x="1026566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9" name="Shape 437"/>
          <p:cNvSpPr/>
          <p:nvPr/>
        </p:nvSpPr>
        <p:spPr>
          <a:xfrm>
            <a:off x="10619232"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0" name="Shape 438"/>
          <p:cNvSpPr/>
          <p:nvPr/>
        </p:nvSpPr>
        <p:spPr>
          <a:xfrm>
            <a:off x="10972800"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1" name="Shape 439"/>
          <p:cNvSpPr/>
          <p:nvPr/>
        </p:nvSpPr>
        <p:spPr>
          <a:xfrm>
            <a:off x="11326368"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2" name="Shape 440"/>
          <p:cNvSpPr/>
          <p:nvPr/>
        </p:nvSpPr>
        <p:spPr>
          <a:xfrm>
            <a:off x="11679936"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3" name="Shape 441"/>
          <p:cNvSpPr/>
          <p:nvPr/>
        </p:nvSpPr>
        <p:spPr>
          <a:xfrm>
            <a:off x="12033504" y="46085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4" name="Shape 442"/>
          <p:cNvSpPr/>
          <p:nvPr/>
        </p:nvSpPr>
        <p:spPr>
          <a:xfrm>
            <a:off x="36576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5" name="Shape 443"/>
          <p:cNvSpPr/>
          <p:nvPr/>
        </p:nvSpPr>
        <p:spPr>
          <a:xfrm>
            <a:off x="71932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6" name="Shape 444"/>
          <p:cNvSpPr/>
          <p:nvPr/>
        </p:nvSpPr>
        <p:spPr>
          <a:xfrm>
            <a:off x="107289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7" name="Shape 445"/>
          <p:cNvSpPr/>
          <p:nvPr/>
        </p:nvSpPr>
        <p:spPr>
          <a:xfrm>
            <a:off x="142646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8" name="Shape 446"/>
          <p:cNvSpPr/>
          <p:nvPr/>
        </p:nvSpPr>
        <p:spPr>
          <a:xfrm>
            <a:off x="178003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9" name="Shape 447"/>
          <p:cNvSpPr/>
          <p:nvPr/>
        </p:nvSpPr>
        <p:spPr>
          <a:xfrm>
            <a:off x="213360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0" name="Shape 448"/>
          <p:cNvSpPr/>
          <p:nvPr/>
        </p:nvSpPr>
        <p:spPr>
          <a:xfrm>
            <a:off x="248716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1" name="Shape 449"/>
          <p:cNvSpPr/>
          <p:nvPr/>
        </p:nvSpPr>
        <p:spPr>
          <a:xfrm>
            <a:off x="284073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2" name="Shape 450"/>
          <p:cNvSpPr/>
          <p:nvPr/>
        </p:nvSpPr>
        <p:spPr>
          <a:xfrm>
            <a:off x="319430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3" name="Shape 451"/>
          <p:cNvSpPr/>
          <p:nvPr/>
        </p:nvSpPr>
        <p:spPr>
          <a:xfrm>
            <a:off x="354787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4" name="Shape 452"/>
          <p:cNvSpPr/>
          <p:nvPr/>
        </p:nvSpPr>
        <p:spPr>
          <a:xfrm>
            <a:off x="390144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5" name="Shape 453"/>
          <p:cNvSpPr/>
          <p:nvPr/>
        </p:nvSpPr>
        <p:spPr>
          <a:xfrm>
            <a:off x="425500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6" name="Shape 454"/>
          <p:cNvSpPr/>
          <p:nvPr/>
        </p:nvSpPr>
        <p:spPr>
          <a:xfrm>
            <a:off x="460857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7" name="Shape 455"/>
          <p:cNvSpPr/>
          <p:nvPr/>
        </p:nvSpPr>
        <p:spPr>
          <a:xfrm>
            <a:off x="496214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8" name="Shape 456"/>
          <p:cNvSpPr/>
          <p:nvPr/>
        </p:nvSpPr>
        <p:spPr>
          <a:xfrm>
            <a:off x="531571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9" name="Shape 457"/>
          <p:cNvSpPr/>
          <p:nvPr/>
        </p:nvSpPr>
        <p:spPr>
          <a:xfrm>
            <a:off x="566928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0" name="Shape 458"/>
          <p:cNvSpPr/>
          <p:nvPr/>
        </p:nvSpPr>
        <p:spPr>
          <a:xfrm>
            <a:off x="602284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1" name="Shape 459"/>
          <p:cNvSpPr/>
          <p:nvPr/>
        </p:nvSpPr>
        <p:spPr>
          <a:xfrm>
            <a:off x="637641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2" name="Shape 460"/>
          <p:cNvSpPr/>
          <p:nvPr/>
        </p:nvSpPr>
        <p:spPr>
          <a:xfrm>
            <a:off x="672998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3" name="Shape 461"/>
          <p:cNvSpPr/>
          <p:nvPr/>
        </p:nvSpPr>
        <p:spPr>
          <a:xfrm>
            <a:off x="708355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4" name="Shape 462"/>
          <p:cNvSpPr/>
          <p:nvPr/>
        </p:nvSpPr>
        <p:spPr>
          <a:xfrm>
            <a:off x="743712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5" name="Shape 463"/>
          <p:cNvSpPr/>
          <p:nvPr/>
        </p:nvSpPr>
        <p:spPr>
          <a:xfrm>
            <a:off x="779068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6" name="Shape 464"/>
          <p:cNvSpPr/>
          <p:nvPr/>
        </p:nvSpPr>
        <p:spPr>
          <a:xfrm>
            <a:off x="814425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7" name="Shape 465"/>
          <p:cNvSpPr/>
          <p:nvPr/>
        </p:nvSpPr>
        <p:spPr>
          <a:xfrm>
            <a:off x="849782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8" name="Shape 466"/>
          <p:cNvSpPr/>
          <p:nvPr/>
        </p:nvSpPr>
        <p:spPr>
          <a:xfrm>
            <a:off x="885139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9" name="Shape 467"/>
          <p:cNvSpPr/>
          <p:nvPr/>
        </p:nvSpPr>
        <p:spPr>
          <a:xfrm>
            <a:off x="920496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0" name="Shape 468"/>
          <p:cNvSpPr/>
          <p:nvPr/>
        </p:nvSpPr>
        <p:spPr>
          <a:xfrm>
            <a:off x="955852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1" name="Shape 469"/>
          <p:cNvSpPr/>
          <p:nvPr/>
        </p:nvSpPr>
        <p:spPr>
          <a:xfrm>
            <a:off x="991209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2" name="Shape 470"/>
          <p:cNvSpPr/>
          <p:nvPr/>
        </p:nvSpPr>
        <p:spPr>
          <a:xfrm>
            <a:off x="1026566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3" name="Shape 471"/>
          <p:cNvSpPr/>
          <p:nvPr/>
        </p:nvSpPr>
        <p:spPr>
          <a:xfrm>
            <a:off x="10619232"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4" name="Shape 472"/>
          <p:cNvSpPr/>
          <p:nvPr/>
        </p:nvSpPr>
        <p:spPr>
          <a:xfrm>
            <a:off x="10972800"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5" name="Shape 473"/>
          <p:cNvSpPr/>
          <p:nvPr/>
        </p:nvSpPr>
        <p:spPr>
          <a:xfrm>
            <a:off x="11326368"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6" name="Shape 474"/>
          <p:cNvSpPr/>
          <p:nvPr/>
        </p:nvSpPr>
        <p:spPr>
          <a:xfrm>
            <a:off x="11679936"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7" name="Shape 475"/>
          <p:cNvSpPr/>
          <p:nvPr/>
        </p:nvSpPr>
        <p:spPr>
          <a:xfrm>
            <a:off x="12033504" y="4962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8" name="Shape 476"/>
          <p:cNvSpPr/>
          <p:nvPr/>
        </p:nvSpPr>
        <p:spPr>
          <a:xfrm>
            <a:off x="36576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9" name="Shape 477"/>
          <p:cNvSpPr/>
          <p:nvPr/>
        </p:nvSpPr>
        <p:spPr>
          <a:xfrm>
            <a:off x="71932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0" name="Shape 478"/>
          <p:cNvSpPr/>
          <p:nvPr/>
        </p:nvSpPr>
        <p:spPr>
          <a:xfrm>
            <a:off x="107289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1" name="Shape 479"/>
          <p:cNvSpPr/>
          <p:nvPr/>
        </p:nvSpPr>
        <p:spPr>
          <a:xfrm>
            <a:off x="142646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2" name="Shape 480"/>
          <p:cNvSpPr/>
          <p:nvPr/>
        </p:nvSpPr>
        <p:spPr>
          <a:xfrm>
            <a:off x="178003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3" name="Shape 481"/>
          <p:cNvSpPr/>
          <p:nvPr/>
        </p:nvSpPr>
        <p:spPr>
          <a:xfrm>
            <a:off x="213360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4" name="Shape 482"/>
          <p:cNvSpPr/>
          <p:nvPr/>
        </p:nvSpPr>
        <p:spPr>
          <a:xfrm>
            <a:off x="248716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5" name="Shape 483"/>
          <p:cNvSpPr/>
          <p:nvPr/>
        </p:nvSpPr>
        <p:spPr>
          <a:xfrm>
            <a:off x="284073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6" name="Shape 484"/>
          <p:cNvSpPr/>
          <p:nvPr/>
        </p:nvSpPr>
        <p:spPr>
          <a:xfrm>
            <a:off x="319430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7" name="Shape 485"/>
          <p:cNvSpPr/>
          <p:nvPr/>
        </p:nvSpPr>
        <p:spPr>
          <a:xfrm>
            <a:off x="354787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8" name="Shape 486"/>
          <p:cNvSpPr/>
          <p:nvPr/>
        </p:nvSpPr>
        <p:spPr>
          <a:xfrm>
            <a:off x="390144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9" name="Shape 487"/>
          <p:cNvSpPr/>
          <p:nvPr/>
        </p:nvSpPr>
        <p:spPr>
          <a:xfrm>
            <a:off x="425500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0" name="Shape 488"/>
          <p:cNvSpPr/>
          <p:nvPr/>
        </p:nvSpPr>
        <p:spPr>
          <a:xfrm>
            <a:off x="460857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1" name="Shape 489"/>
          <p:cNvSpPr/>
          <p:nvPr/>
        </p:nvSpPr>
        <p:spPr>
          <a:xfrm>
            <a:off x="496214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2" name="Shape 490"/>
          <p:cNvSpPr/>
          <p:nvPr/>
        </p:nvSpPr>
        <p:spPr>
          <a:xfrm>
            <a:off x="531571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3" name="Shape 491"/>
          <p:cNvSpPr/>
          <p:nvPr/>
        </p:nvSpPr>
        <p:spPr>
          <a:xfrm>
            <a:off x="566928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4" name="Shape 492"/>
          <p:cNvSpPr/>
          <p:nvPr/>
        </p:nvSpPr>
        <p:spPr>
          <a:xfrm>
            <a:off x="602284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5" name="Shape 493"/>
          <p:cNvSpPr/>
          <p:nvPr/>
        </p:nvSpPr>
        <p:spPr>
          <a:xfrm>
            <a:off x="637641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6" name="Shape 494"/>
          <p:cNvSpPr/>
          <p:nvPr/>
        </p:nvSpPr>
        <p:spPr>
          <a:xfrm>
            <a:off x="672998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7" name="Shape 495"/>
          <p:cNvSpPr/>
          <p:nvPr/>
        </p:nvSpPr>
        <p:spPr>
          <a:xfrm>
            <a:off x="708355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8" name="Shape 496"/>
          <p:cNvSpPr/>
          <p:nvPr/>
        </p:nvSpPr>
        <p:spPr>
          <a:xfrm>
            <a:off x="743712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9" name="Shape 497"/>
          <p:cNvSpPr/>
          <p:nvPr/>
        </p:nvSpPr>
        <p:spPr>
          <a:xfrm>
            <a:off x="779068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0" name="Shape 498"/>
          <p:cNvSpPr/>
          <p:nvPr/>
        </p:nvSpPr>
        <p:spPr>
          <a:xfrm>
            <a:off x="814425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1" name="Shape 499"/>
          <p:cNvSpPr/>
          <p:nvPr/>
        </p:nvSpPr>
        <p:spPr>
          <a:xfrm>
            <a:off x="849782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2" name="Shape 500"/>
          <p:cNvSpPr/>
          <p:nvPr/>
        </p:nvSpPr>
        <p:spPr>
          <a:xfrm>
            <a:off x="885139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3" name="Shape 501"/>
          <p:cNvSpPr/>
          <p:nvPr/>
        </p:nvSpPr>
        <p:spPr>
          <a:xfrm>
            <a:off x="920496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4" name="Shape 502"/>
          <p:cNvSpPr/>
          <p:nvPr/>
        </p:nvSpPr>
        <p:spPr>
          <a:xfrm>
            <a:off x="955852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5" name="Shape 503"/>
          <p:cNvSpPr/>
          <p:nvPr/>
        </p:nvSpPr>
        <p:spPr>
          <a:xfrm>
            <a:off x="991209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6" name="Shape 504"/>
          <p:cNvSpPr/>
          <p:nvPr/>
        </p:nvSpPr>
        <p:spPr>
          <a:xfrm>
            <a:off x="1026566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7" name="Shape 505"/>
          <p:cNvSpPr/>
          <p:nvPr/>
        </p:nvSpPr>
        <p:spPr>
          <a:xfrm>
            <a:off x="10619232"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8" name="Shape 506"/>
          <p:cNvSpPr/>
          <p:nvPr/>
        </p:nvSpPr>
        <p:spPr>
          <a:xfrm>
            <a:off x="10972800"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9" name="Shape 507"/>
          <p:cNvSpPr/>
          <p:nvPr/>
        </p:nvSpPr>
        <p:spPr>
          <a:xfrm>
            <a:off x="11326368"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0" name="Shape 508"/>
          <p:cNvSpPr/>
          <p:nvPr/>
        </p:nvSpPr>
        <p:spPr>
          <a:xfrm>
            <a:off x="11679936"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1" name="Shape 509"/>
          <p:cNvSpPr/>
          <p:nvPr/>
        </p:nvSpPr>
        <p:spPr>
          <a:xfrm>
            <a:off x="12033504" y="53157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2" name="Shape 510"/>
          <p:cNvSpPr/>
          <p:nvPr/>
        </p:nvSpPr>
        <p:spPr>
          <a:xfrm>
            <a:off x="36576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3" name="Shape 511"/>
          <p:cNvSpPr/>
          <p:nvPr/>
        </p:nvSpPr>
        <p:spPr>
          <a:xfrm>
            <a:off x="71932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4" name="Shape 512"/>
          <p:cNvSpPr/>
          <p:nvPr/>
        </p:nvSpPr>
        <p:spPr>
          <a:xfrm>
            <a:off x="107289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5" name="Shape 513"/>
          <p:cNvSpPr/>
          <p:nvPr/>
        </p:nvSpPr>
        <p:spPr>
          <a:xfrm>
            <a:off x="142646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6" name="Shape 514"/>
          <p:cNvSpPr/>
          <p:nvPr/>
        </p:nvSpPr>
        <p:spPr>
          <a:xfrm>
            <a:off x="178003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7" name="Shape 515"/>
          <p:cNvSpPr/>
          <p:nvPr/>
        </p:nvSpPr>
        <p:spPr>
          <a:xfrm>
            <a:off x="213360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8" name="Shape 516"/>
          <p:cNvSpPr/>
          <p:nvPr/>
        </p:nvSpPr>
        <p:spPr>
          <a:xfrm>
            <a:off x="248716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9" name="Shape 517"/>
          <p:cNvSpPr/>
          <p:nvPr/>
        </p:nvSpPr>
        <p:spPr>
          <a:xfrm>
            <a:off x="284073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0" name="Shape 518"/>
          <p:cNvSpPr/>
          <p:nvPr/>
        </p:nvSpPr>
        <p:spPr>
          <a:xfrm>
            <a:off x="319430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1" name="Shape 519"/>
          <p:cNvSpPr/>
          <p:nvPr/>
        </p:nvSpPr>
        <p:spPr>
          <a:xfrm>
            <a:off x="354787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2" name="Shape 520"/>
          <p:cNvSpPr/>
          <p:nvPr/>
        </p:nvSpPr>
        <p:spPr>
          <a:xfrm>
            <a:off x="390144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3" name="Shape 521"/>
          <p:cNvSpPr/>
          <p:nvPr/>
        </p:nvSpPr>
        <p:spPr>
          <a:xfrm>
            <a:off x="425500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4" name="Shape 522"/>
          <p:cNvSpPr/>
          <p:nvPr/>
        </p:nvSpPr>
        <p:spPr>
          <a:xfrm>
            <a:off x="460857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5" name="Shape 523"/>
          <p:cNvSpPr/>
          <p:nvPr/>
        </p:nvSpPr>
        <p:spPr>
          <a:xfrm>
            <a:off x="496214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6" name="Shape 524"/>
          <p:cNvSpPr/>
          <p:nvPr/>
        </p:nvSpPr>
        <p:spPr>
          <a:xfrm>
            <a:off x="531571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7" name="Shape 525"/>
          <p:cNvSpPr/>
          <p:nvPr/>
        </p:nvSpPr>
        <p:spPr>
          <a:xfrm>
            <a:off x="566928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8" name="Shape 526"/>
          <p:cNvSpPr/>
          <p:nvPr/>
        </p:nvSpPr>
        <p:spPr>
          <a:xfrm>
            <a:off x="602284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9" name="Shape 527"/>
          <p:cNvSpPr/>
          <p:nvPr/>
        </p:nvSpPr>
        <p:spPr>
          <a:xfrm>
            <a:off x="637641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0" name="Shape 528"/>
          <p:cNvSpPr/>
          <p:nvPr/>
        </p:nvSpPr>
        <p:spPr>
          <a:xfrm>
            <a:off x="672998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1" name="Shape 529"/>
          <p:cNvSpPr/>
          <p:nvPr/>
        </p:nvSpPr>
        <p:spPr>
          <a:xfrm>
            <a:off x="708355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2" name="Shape 530"/>
          <p:cNvSpPr/>
          <p:nvPr/>
        </p:nvSpPr>
        <p:spPr>
          <a:xfrm>
            <a:off x="743712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3" name="Shape 531"/>
          <p:cNvSpPr/>
          <p:nvPr/>
        </p:nvSpPr>
        <p:spPr>
          <a:xfrm>
            <a:off x="779068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4" name="Shape 532"/>
          <p:cNvSpPr/>
          <p:nvPr/>
        </p:nvSpPr>
        <p:spPr>
          <a:xfrm>
            <a:off x="814425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5" name="Shape 533"/>
          <p:cNvSpPr/>
          <p:nvPr/>
        </p:nvSpPr>
        <p:spPr>
          <a:xfrm>
            <a:off x="849782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6" name="Shape 534"/>
          <p:cNvSpPr/>
          <p:nvPr/>
        </p:nvSpPr>
        <p:spPr>
          <a:xfrm>
            <a:off x="885139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7" name="Shape 535"/>
          <p:cNvSpPr/>
          <p:nvPr/>
        </p:nvSpPr>
        <p:spPr>
          <a:xfrm>
            <a:off x="920496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8" name="Shape 536"/>
          <p:cNvSpPr/>
          <p:nvPr/>
        </p:nvSpPr>
        <p:spPr>
          <a:xfrm>
            <a:off x="955852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9" name="Shape 537"/>
          <p:cNvSpPr/>
          <p:nvPr/>
        </p:nvSpPr>
        <p:spPr>
          <a:xfrm>
            <a:off x="991209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0" name="Shape 538"/>
          <p:cNvSpPr/>
          <p:nvPr/>
        </p:nvSpPr>
        <p:spPr>
          <a:xfrm>
            <a:off x="1026566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1" name="Shape 539"/>
          <p:cNvSpPr/>
          <p:nvPr/>
        </p:nvSpPr>
        <p:spPr>
          <a:xfrm>
            <a:off x="10619232"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2" name="Shape 540"/>
          <p:cNvSpPr/>
          <p:nvPr/>
        </p:nvSpPr>
        <p:spPr>
          <a:xfrm>
            <a:off x="10972800"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3" name="Shape 541"/>
          <p:cNvSpPr/>
          <p:nvPr/>
        </p:nvSpPr>
        <p:spPr>
          <a:xfrm>
            <a:off x="11326368"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4" name="Shape 542"/>
          <p:cNvSpPr/>
          <p:nvPr/>
        </p:nvSpPr>
        <p:spPr>
          <a:xfrm>
            <a:off x="11679936"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5" name="Shape 543"/>
          <p:cNvSpPr/>
          <p:nvPr/>
        </p:nvSpPr>
        <p:spPr>
          <a:xfrm>
            <a:off x="12033504" y="56692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6" name="Shape 544"/>
          <p:cNvSpPr/>
          <p:nvPr/>
        </p:nvSpPr>
        <p:spPr>
          <a:xfrm>
            <a:off x="36576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7" name="Shape 545"/>
          <p:cNvSpPr/>
          <p:nvPr/>
        </p:nvSpPr>
        <p:spPr>
          <a:xfrm>
            <a:off x="71932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8" name="Shape 546"/>
          <p:cNvSpPr/>
          <p:nvPr/>
        </p:nvSpPr>
        <p:spPr>
          <a:xfrm>
            <a:off x="107289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9" name="Shape 547"/>
          <p:cNvSpPr/>
          <p:nvPr/>
        </p:nvSpPr>
        <p:spPr>
          <a:xfrm>
            <a:off x="142646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0" name="Shape 548"/>
          <p:cNvSpPr/>
          <p:nvPr/>
        </p:nvSpPr>
        <p:spPr>
          <a:xfrm>
            <a:off x="178003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1" name="Shape 549"/>
          <p:cNvSpPr/>
          <p:nvPr/>
        </p:nvSpPr>
        <p:spPr>
          <a:xfrm>
            <a:off x="213360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2" name="Shape 550"/>
          <p:cNvSpPr/>
          <p:nvPr/>
        </p:nvSpPr>
        <p:spPr>
          <a:xfrm>
            <a:off x="248716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3" name="Shape 551"/>
          <p:cNvSpPr/>
          <p:nvPr/>
        </p:nvSpPr>
        <p:spPr>
          <a:xfrm>
            <a:off x="284073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4" name="Shape 552"/>
          <p:cNvSpPr/>
          <p:nvPr/>
        </p:nvSpPr>
        <p:spPr>
          <a:xfrm>
            <a:off x="319430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5" name="Shape 553"/>
          <p:cNvSpPr/>
          <p:nvPr/>
        </p:nvSpPr>
        <p:spPr>
          <a:xfrm>
            <a:off x="354787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6" name="Shape 554"/>
          <p:cNvSpPr/>
          <p:nvPr/>
        </p:nvSpPr>
        <p:spPr>
          <a:xfrm>
            <a:off x="390144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7" name="Shape 555"/>
          <p:cNvSpPr/>
          <p:nvPr/>
        </p:nvSpPr>
        <p:spPr>
          <a:xfrm>
            <a:off x="425500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8" name="Shape 556"/>
          <p:cNvSpPr/>
          <p:nvPr/>
        </p:nvSpPr>
        <p:spPr>
          <a:xfrm>
            <a:off x="460857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9" name="Shape 557"/>
          <p:cNvSpPr/>
          <p:nvPr/>
        </p:nvSpPr>
        <p:spPr>
          <a:xfrm>
            <a:off x="496214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0" name="Shape 558"/>
          <p:cNvSpPr/>
          <p:nvPr/>
        </p:nvSpPr>
        <p:spPr>
          <a:xfrm>
            <a:off x="531571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1" name="Shape 559"/>
          <p:cNvSpPr/>
          <p:nvPr/>
        </p:nvSpPr>
        <p:spPr>
          <a:xfrm>
            <a:off x="566928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2" name="Shape 560"/>
          <p:cNvSpPr/>
          <p:nvPr/>
        </p:nvSpPr>
        <p:spPr>
          <a:xfrm>
            <a:off x="602284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3" name="Shape 561"/>
          <p:cNvSpPr/>
          <p:nvPr/>
        </p:nvSpPr>
        <p:spPr>
          <a:xfrm>
            <a:off x="637641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4" name="Shape 562"/>
          <p:cNvSpPr/>
          <p:nvPr/>
        </p:nvSpPr>
        <p:spPr>
          <a:xfrm>
            <a:off x="672998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5" name="Shape 563"/>
          <p:cNvSpPr/>
          <p:nvPr/>
        </p:nvSpPr>
        <p:spPr>
          <a:xfrm>
            <a:off x="708355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6" name="Shape 564"/>
          <p:cNvSpPr/>
          <p:nvPr/>
        </p:nvSpPr>
        <p:spPr>
          <a:xfrm>
            <a:off x="743712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7" name="Shape 565"/>
          <p:cNvSpPr/>
          <p:nvPr/>
        </p:nvSpPr>
        <p:spPr>
          <a:xfrm>
            <a:off x="779068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8" name="Shape 566"/>
          <p:cNvSpPr/>
          <p:nvPr/>
        </p:nvSpPr>
        <p:spPr>
          <a:xfrm>
            <a:off x="814425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9" name="Shape 567"/>
          <p:cNvSpPr/>
          <p:nvPr/>
        </p:nvSpPr>
        <p:spPr>
          <a:xfrm>
            <a:off x="849782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0" name="Shape 568"/>
          <p:cNvSpPr/>
          <p:nvPr/>
        </p:nvSpPr>
        <p:spPr>
          <a:xfrm>
            <a:off x="885139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1" name="Shape 569"/>
          <p:cNvSpPr/>
          <p:nvPr/>
        </p:nvSpPr>
        <p:spPr>
          <a:xfrm>
            <a:off x="920496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2" name="Shape 570"/>
          <p:cNvSpPr/>
          <p:nvPr/>
        </p:nvSpPr>
        <p:spPr>
          <a:xfrm>
            <a:off x="955852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3" name="Shape 571"/>
          <p:cNvSpPr/>
          <p:nvPr/>
        </p:nvSpPr>
        <p:spPr>
          <a:xfrm>
            <a:off x="991209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4" name="Shape 572"/>
          <p:cNvSpPr/>
          <p:nvPr/>
        </p:nvSpPr>
        <p:spPr>
          <a:xfrm>
            <a:off x="1026566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5" name="Shape 573"/>
          <p:cNvSpPr/>
          <p:nvPr/>
        </p:nvSpPr>
        <p:spPr>
          <a:xfrm>
            <a:off x="10619232"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6" name="Shape 574"/>
          <p:cNvSpPr/>
          <p:nvPr/>
        </p:nvSpPr>
        <p:spPr>
          <a:xfrm>
            <a:off x="10972800"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7" name="Shape 575"/>
          <p:cNvSpPr/>
          <p:nvPr/>
        </p:nvSpPr>
        <p:spPr>
          <a:xfrm>
            <a:off x="11326368"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8" name="Shape 576"/>
          <p:cNvSpPr/>
          <p:nvPr/>
        </p:nvSpPr>
        <p:spPr>
          <a:xfrm>
            <a:off x="11679936"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9" name="Shape 577"/>
          <p:cNvSpPr/>
          <p:nvPr/>
        </p:nvSpPr>
        <p:spPr>
          <a:xfrm>
            <a:off x="12033504" y="602284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0" name="Shape 578"/>
          <p:cNvSpPr/>
          <p:nvPr/>
        </p:nvSpPr>
        <p:spPr>
          <a:xfrm>
            <a:off x="36576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1" name="Shape 579"/>
          <p:cNvSpPr/>
          <p:nvPr/>
        </p:nvSpPr>
        <p:spPr>
          <a:xfrm>
            <a:off x="71932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2" name="Shape 580"/>
          <p:cNvSpPr/>
          <p:nvPr/>
        </p:nvSpPr>
        <p:spPr>
          <a:xfrm>
            <a:off x="107289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3" name="Shape 581"/>
          <p:cNvSpPr/>
          <p:nvPr/>
        </p:nvSpPr>
        <p:spPr>
          <a:xfrm>
            <a:off x="142646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4" name="Shape 582"/>
          <p:cNvSpPr/>
          <p:nvPr/>
        </p:nvSpPr>
        <p:spPr>
          <a:xfrm>
            <a:off x="178003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5" name="Shape 583"/>
          <p:cNvSpPr/>
          <p:nvPr/>
        </p:nvSpPr>
        <p:spPr>
          <a:xfrm>
            <a:off x="213360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6" name="Shape 584"/>
          <p:cNvSpPr/>
          <p:nvPr/>
        </p:nvSpPr>
        <p:spPr>
          <a:xfrm>
            <a:off x="248716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7" name="Shape 585"/>
          <p:cNvSpPr/>
          <p:nvPr/>
        </p:nvSpPr>
        <p:spPr>
          <a:xfrm>
            <a:off x="284073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8" name="Shape 586"/>
          <p:cNvSpPr/>
          <p:nvPr/>
        </p:nvSpPr>
        <p:spPr>
          <a:xfrm>
            <a:off x="319430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9" name="Shape 587"/>
          <p:cNvSpPr/>
          <p:nvPr/>
        </p:nvSpPr>
        <p:spPr>
          <a:xfrm>
            <a:off x="354787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0" name="Shape 588"/>
          <p:cNvSpPr/>
          <p:nvPr/>
        </p:nvSpPr>
        <p:spPr>
          <a:xfrm>
            <a:off x="390144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1" name="Shape 589"/>
          <p:cNvSpPr/>
          <p:nvPr/>
        </p:nvSpPr>
        <p:spPr>
          <a:xfrm>
            <a:off x="425500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2" name="Shape 590"/>
          <p:cNvSpPr/>
          <p:nvPr/>
        </p:nvSpPr>
        <p:spPr>
          <a:xfrm>
            <a:off x="460857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3" name="Shape 591"/>
          <p:cNvSpPr/>
          <p:nvPr/>
        </p:nvSpPr>
        <p:spPr>
          <a:xfrm>
            <a:off x="496214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4" name="Shape 592"/>
          <p:cNvSpPr/>
          <p:nvPr/>
        </p:nvSpPr>
        <p:spPr>
          <a:xfrm>
            <a:off x="531571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5" name="Shape 593"/>
          <p:cNvSpPr/>
          <p:nvPr/>
        </p:nvSpPr>
        <p:spPr>
          <a:xfrm>
            <a:off x="566928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6" name="Shape 594"/>
          <p:cNvSpPr/>
          <p:nvPr/>
        </p:nvSpPr>
        <p:spPr>
          <a:xfrm>
            <a:off x="602284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7" name="Shape 595"/>
          <p:cNvSpPr/>
          <p:nvPr/>
        </p:nvSpPr>
        <p:spPr>
          <a:xfrm>
            <a:off x="637641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8" name="Shape 596"/>
          <p:cNvSpPr/>
          <p:nvPr/>
        </p:nvSpPr>
        <p:spPr>
          <a:xfrm>
            <a:off x="672998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9" name="Shape 597"/>
          <p:cNvSpPr/>
          <p:nvPr/>
        </p:nvSpPr>
        <p:spPr>
          <a:xfrm>
            <a:off x="708355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0" name="Shape 598"/>
          <p:cNvSpPr/>
          <p:nvPr/>
        </p:nvSpPr>
        <p:spPr>
          <a:xfrm>
            <a:off x="743712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1" name="Shape 599"/>
          <p:cNvSpPr/>
          <p:nvPr/>
        </p:nvSpPr>
        <p:spPr>
          <a:xfrm>
            <a:off x="779068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2" name="Shape 600"/>
          <p:cNvSpPr/>
          <p:nvPr/>
        </p:nvSpPr>
        <p:spPr>
          <a:xfrm>
            <a:off x="814425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3" name="Shape 601"/>
          <p:cNvSpPr/>
          <p:nvPr/>
        </p:nvSpPr>
        <p:spPr>
          <a:xfrm>
            <a:off x="849782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4" name="Shape 602"/>
          <p:cNvSpPr/>
          <p:nvPr/>
        </p:nvSpPr>
        <p:spPr>
          <a:xfrm>
            <a:off x="885139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5" name="Shape 603"/>
          <p:cNvSpPr/>
          <p:nvPr/>
        </p:nvSpPr>
        <p:spPr>
          <a:xfrm>
            <a:off x="920496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6" name="Shape 604"/>
          <p:cNvSpPr/>
          <p:nvPr/>
        </p:nvSpPr>
        <p:spPr>
          <a:xfrm>
            <a:off x="955852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7" name="Shape 605"/>
          <p:cNvSpPr/>
          <p:nvPr/>
        </p:nvSpPr>
        <p:spPr>
          <a:xfrm>
            <a:off x="991209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8" name="Shape 606"/>
          <p:cNvSpPr/>
          <p:nvPr/>
        </p:nvSpPr>
        <p:spPr>
          <a:xfrm>
            <a:off x="1026566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9" name="Shape 607"/>
          <p:cNvSpPr/>
          <p:nvPr/>
        </p:nvSpPr>
        <p:spPr>
          <a:xfrm>
            <a:off x="10619232"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0" name="Shape 608"/>
          <p:cNvSpPr/>
          <p:nvPr/>
        </p:nvSpPr>
        <p:spPr>
          <a:xfrm>
            <a:off x="10972800"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1" name="Shape 609"/>
          <p:cNvSpPr/>
          <p:nvPr/>
        </p:nvSpPr>
        <p:spPr>
          <a:xfrm>
            <a:off x="11326368"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2" name="Shape 610"/>
          <p:cNvSpPr/>
          <p:nvPr/>
        </p:nvSpPr>
        <p:spPr>
          <a:xfrm>
            <a:off x="11679936"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3" name="Shape 611"/>
          <p:cNvSpPr/>
          <p:nvPr/>
        </p:nvSpPr>
        <p:spPr>
          <a:xfrm>
            <a:off x="12033504" y="63764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4" name="Shape 612"/>
          <p:cNvSpPr/>
          <p:nvPr/>
        </p:nvSpPr>
        <p:spPr>
          <a:xfrm>
            <a:off x="36576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5" name="Shape 613"/>
          <p:cNvSpPr/>
          <p:nvPr/>
        </p:nvSpPr>
        <p:spPr>
          <a:xfrm>
            <a:off x="71932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6" name="Shape 614"/>
          <p:cNvSpPr/>
          <p:nvPr/>
        </p:nvSpPr>
        <p:spPr>
          <a:xfrm>
            <a:off x="107289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7" name="Shape 615"/>
          <p:cNvSpPr/>
          <p:nvPr/>
        </p:nvSpPr>
        <p:spPr>
          <a:xfrm>
            <a:off x="142646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8" name="Shape 616"/>
          <p:cNvSpPr/>
          <p:nvPr/>
        </p:nvSpPr>
        <p:spPr>
          <a:xfrm>
            <a:off x="178003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9" name="Shape 617"/>
          <p:cNvSpPr/>
          <p:nvPr/>
        </p:nvSpPr>
        <p:spPr>
          <a:xfrm>
            <a:off x="213360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0" name="Shape 618"/>
          <p:cNvSpPr/>
          <p:nvPr/>
        </p:nvSpPr>
        <p:spPr>
          <a:xfrm>
            <a:off x="248716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1" name="Shape 619"/>
          <p:cNvSpPr/>
          <p:nvPr/>
        </p:nvSpPr>
        <p:spPr>
          <a:xfrm>
            <a:off x="284073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2" name="Shape 620"/>
          <p:cNvSpPr/>
          <p:nvPr/>
        </p:nvSpPr>
        <p:spPr>
          <a:xfrm>
            <a:off x="319430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3" name="Shape 621"/>
          <p:cNvSpPr/>
          <p:nvPr/>
        </p:nvSpPr>
        <p:spPr>
          <a:xfrm>
            <a:off x="354787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4" name="Shape 622"/>
          <p:cNvSpPr/>
          <p:nvPr/>
        </p:nvSpPr>
        <p:spPr>
          <a:xfrm>
            <a:off x="390144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5" name="Shape 623"/>
          <p:cNvSpPr/>
          <p:nvPr/>
        </p:nvSpPr>
        <p:spPr>
          <a:xfrm>
            <a:off x="425500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6" name="Shape 624"/>
          <p:cNvSpPr/>
          <p:nvPr/>
        </p:nvSpPr>
        <p:spPr>
          <a:xfrm>
            <a:off x="460857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7" name="Shape 625"/>
          <p:cNvSpPr/>
          <p:nvPr/>
        </p:nvSpPr>
        <p:spPr>
          <a:xfrm>
            <a:off x="496214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8" name="Shape 626"/>
          <p:cNvSpPr/>
          <p:nvPr/>
        </p:nvSpPr>
        <p:spPr>
          <a:xfrm>
            <a:off x="531571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9" name="Shape 627"/>
          <p:cNvSpPr/>
          <p:nvPr/>
        </p:nvSpPr>
        <p:spPr>
          <a:xfrm>
            <a:off x="566928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0" name="Shape 628"/>
          <p:cNvSpPr/>
          <p:nvPr/>
        </p:nvSpPr>
        <p:spPr>
          <a:xfrm>
            <a:off x="602284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1" name="Shape 629"/>
          <p:cNvSpPr/>
          <p:nvPr/>
        </p:nvSpPr>
        <p:spPr>
          <a:xfrm>
            <a:off x="637641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2" name="Shape 630"/>
          <p:cNvSpPr/>
          <p:nvPr/>
        </p:nvSpPr>
        <p:spPr>
          <a:xfrm>
            <a:off x="672998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3" name="Shape 631"/>
          <p:cNvSpPr/>
          <p:nvPr/>
        </p:nvSpPr>
        <p:spPr>
          <a:xfrm>
            <a:off x="708355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4" name="Shape 632"/>
          <p:cNvSpPr/>
          <p:nvPr/>
        </p:nvSpPr>
        <p:spPr>
          <a:xfrm>
            <a:off x="743712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5" name="Shape 633"/>
          <p:cNvSpPr/>
          <p:nvPr/>
        </p:nvSpPr>
        <p:spPr>
          <a:xfrm>
            <a:off x="779068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6" name="Shape 634"/>
          <p:cNvSpPr/>
          <p:nvPr/>
        </p:nvSpPr>
        <p:spPr>
          <a:xfrm>
            <a:off x="814425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7" name="Shape 635"/>
          <p:cNvSpPr/>
          <p:nvPr/>
        </p:nvSpPr>
        <p:spPr>
          <a:xfrm>
            <a:off x="849782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8" name="Shape 636"/>
          <p:cNvSpPr/>
          <p:nvPr/>
        </p:nvSpPr>
        <p:spPr>
          <a:xfrm>
            <a:off x="885139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9" name="Shape 637"/>
          <p:cNvSpPr/>
          <p:nvPr/>
        </p:nvSpPr>
        <p:spPr>
          <a:xfrm>
            <a:off x="920496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0" name="Shape 638"/>
          <p:cNvSpPr/>
          <p:nvPr/>
        </p:nvSpPr>
        <p:spPr>
          <a:xfrm>
            <a:off x="955852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1" name="Shape 639"/>
          <p:cNvSpPr/>
          <p:nvPr/>
        </p:nvSpPr>
        <p:spPr>
          <a:xfrm>
            <a:off x="991209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2" name="Shape 640"/>
          <p:cNvSpPr/>
          <p:nvPr/>
        </p:nvSpPr>
        <p:spPr>
          <a:xfrm>
            <a:off x="1026566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3" name="Shape 641"/>
          <p:cNvSpPr/>
          <p:nvPr/>
        </p:nvSpPr>
        <p:spPr>
          <a:xfrm>
            <a:off x="10619232"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4" name="Shape 642"/>
          <p:cNvSpPr/>
          <p:nvPr/>
        </p:nvSpPr>
        <p:spPr>
          <a:xfrm>
            <a:off x="10972800"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5" name="Shape 643"/>
          <p:cNvSpPr/>
          <p:nvPr/>
        </p:nvSpPr>
        <p:spPr>
          <a:xfrm>
            <a:off x="11326368"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6" name="Shape 644"/>
          <p:cNvSpPr/>
          <p:nvPr/>
        </p:nvSpPr>
        <p:spPr>
          <a:xfrm>
            <a:off x="11679936"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7" name="Shape 645"/>
          <p:cNvSpPr/>
          <p:nvPr/>
        </p:nvSpPr>
        <p:spPr>
          <a:xfrm>
            <a:off x="12033504" y="6729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8" name="Shape 646"/>
          <p:cNvSpPr/>
          <p:nvPr/>
        </p:nvSpPr>
        <p:spPr>
          <a:xfrm>
            <a:off x="36576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9" name="Shape 647"/>
          <p:cNvSpPr/>
          <p:nvPr/>
        </p:nvSpPr>
        <p:spPr>
          <a:xfrm>
            <a:off x="71932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0" name="Shape 648"/>
          <p:cNvSpPr/>
          <p:nvPr/>
        </p:nvSpPr>
        <p:spPr>
          <a:xfrm>
            <a:off x="107289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1" name="Shape 649"/>
          <p:cNvSpPr/>
          <p:nvPr/>
        </p:nvSpPr>
        <p:spPr>
          <a:xfrm>
            <a:off x="142646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2" name="Shape 650"/>
          <p:cNvSpPr/>
          <p:nvPr/>
        </p:nvSpPr>
        <p:spPr>
          <a:xfrm>
            <a:off x="178003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3" name="Shape 651"/>
          <p:cNvSpPr/>
          <p:nvPr/>
        </p:nvSpPr>
        <p:spPr>
          <a:xfrm>
            <a:off x="213360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4" name="Shape 652"/>
          <p:cNvSpPr/>
          <p:nvPr/>
        </p:nvSpPr>
        <p:spPr>
          <a:xfrm>
            <a:off x="248716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5" name="Shape 653"/>
          <p:cNvSpPr/>
          <p:nvPr/>
        </p:nvSpPr>
        <p:spPr>
          <a:xfrm>
            <a:off x="284073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6" name="Shape 654"/>
          <p:cNvSpPr/>
          <p:nvPr/>
        </p:nvSpPr>
        <p:spPr>
          <a:xfrm>
            <a:off x="319430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7" name="Shape 655"/>
          <p:cNvSpPr/>
          <p:nvPr/>
        </p:nvSpPr>
        <p:spPr>
          <a:xfrm>
            <a:off x="354787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8" name="Shape 656"/>
          <p:cNvSpPr/>
          <p:nvPr/>
        </p:nvSpPr>
        <p:spPr>
          <a:xfrm>
            <a:off x="390144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9" name="Shape 657"/>
          <p:cNvSpPr/>
          <p:nvPr/>
        </p:nvSpPr>
        <p:spPr>
          <a:xfrm>
            <a:off x="425500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0" name="Shape 658"/>
          <p:cNvSpPr/>
          <p:nvPr/>
        </p:nvSpPr>
        <p:spPr>
          <a:xfrm>
            <a:off x="460857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1" name="Shape 659"/>
          <p:cNvSpPr/>
          <p:nvPr/>
        </p:nvSpPr>
        <p:spPr>
          <a:xfrm>
            <a:off x="496214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2" name="Shape 660"/>
          <p:cNvSpPr/>
          <p:nvPr/>
        </p:nvSpPr>
        <p:spPr>
          <a:xfrm>
            <a:off x="531571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3" name="Shape 661"/>
          <p:cNvSpPr/>
          <p:nvPr/>
        </p:nvSpPr>
        <p:spPr>
          <a:xfrm>
            <a:off x="566928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4" name="Shape 662"/>
          <p:cNvSpPr/>
          <p:nvPr/>
        </p:nvSpPr>
        <p:spPr>
          <a:xfrm>
            <a:off x="602284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5" name="Shape 663"/>
          <p:cNvSpPr/>
          <p:nvPr/>
        </p:nvSpPr>
        <p:spPr>
          <a:xfrm>
            <a:off x="637641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6" name="Shape 664"/>
          <p:cNvSpPr/>
          <p:nvPr/>
        </p:nvSpPr>
        <p:spPr>
          <a:xfrm>
            <a:off x="672998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7" name="Shape 665"/>
          <p:cNvSpPr/>
          <p:nvPr/>
        </p:nvSpPr>
        <p:spPr>
          <a:xfrm>
            <a:off x="708355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8" name="Shape 666"/>
          <p:cNvSpPr/>
          <p:nvPr/>
        </p:nvSpPr>
        <p:spPr>
          <a:xfrm>
            <a:off x="743712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9" name="Shape 667"/>
          <p:cNvSpPr/>
          <p:nvPr/>
        </p:nvSpPr>
        <p:spPr>
          <a:xfrm>
            <a:off x="779068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0" name="Shape 668"/>
          <p:cNvSpPr/>
          <p:nvPr/>
        </p:nvSpPr>
        <p:spPr>
          <a:xfrm>
            <a:off x="814425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1" name="Shape 669"/>
          <p:cNvSpPr/>
          <p:nvPr/>
        </p:nvSpPr>
        <p:spPr>
          <a:xfrm>
            <a:off x="849782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2" name="Shape 670"/>
          <p:cNvSpPr/>
          <p:nvPr/>
        </p:nvSpPr>
        <p:spPr>
          <a:xfrm>
            <a:off x="885139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3" name="Shape 671"/>
          <p:cNvSpPr/>
          <p:nvPr/>
        </p:nvSpPr>
        <p:spPr>
          <a:xfrm>
            <a:off x="920496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4" name="Shape 672"/>
          <p:cNvSpPr/>
          <p:nvPr/>
        </p:nvSpPr>
        <p:spPr>
          <a:xfrm>
            <a:off x="955852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5" name="Shape 673"/>
          <p:cNvSpPr/>
          <p:nvPr/>
        </p:nvSpPr>
        <p:spPr>
          <a:xfrm>
            <a:off x="991209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6" name="Shape 674"/>
          <p:cNvSpPr/>
          <p:nvPr/>
        </p:nvSpPr>
        <p:spPr>
          <a:xfrm>
            <a:off x="1026566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7" name="Shape 675"/>
          <p:cNvSpPr/>
          <p:nvPr/>
        </p:nvSpPr>
        <p:spPr>
          <a:xfrm>
            <a:off x="10619232"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8" name="Shape 676"/>
          <p:cNvSpPr/>
          <p:nvPr/>
        </p:nvSpPr>
        <p:spPr>
          <a:xfrm>
            <a:off x="10972800"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9" name="Shape 677"/>
          <p:cNvSpPr/>
          <p:nvPr/>
        </p:nvSpPr>
        <p:spPr>
          <a:xfrm>
            <a:off x="11326368"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0" name="Shape 678"/>
          <p:cNvSpPr/>
          <p:nvPr/>
        </p:nvSpPr>
        <p:spPr>
          <a:xfrm>
            <a:off x="11679936"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1" name="Shape 679"/>
          <p:cNvSpPr/>
          <p:nvPr/>
        </p:nvSpPr>
        <p:spPr>
          <a:xfrm>
            <a:off x="12033504" y="70835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2" name="Shape 680"/>
          <p:cNvSpPr/>
          <p:nvPr/>
        </p:nvSpPr>
        <p:spPr>
          <a:xfrm>
            <a:off x="0" y="0"/>
            <a:ext cx="97536" cy="685800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83" name="Shape 681"/>
          <p:cNvSpPr/>
          <p:nvPr/>
        </p:nvSpPr>
        <p:spPr>
          <a:xfrm>
            <a:off x="0" y="6461760"/>
            <a:ext cx="12192000" cy="396240"/>
          </a:xfrm>
          <a:prstGeom prst="rect">
            <a:avLst/>
          </a:prstGeom>
          <a:solidFill>
            <a:srgbClr val="00C8E8">
              <a:alpha val="12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84" name="Shape 682"/>
          <p:cNvSpPr/>
          <p:nvPr/>
        </p:nvSpPr>
        <p:spPr>
          <a:xfrm>
            <a:off x="0" y="6461760"/>
            <a:ext cx="121920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85" name="Shape 683"/>
          <p:cNvSpPr/>
          <p:nvPr/>
        </p:nvSpPr>
        <p:spPr>
          <a:xfrm>
            <a:off x="0" y="6437376"/>
            <a:ext cx="121920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86" name="Shape 684"/>
          <p:cNvSpPr/>
          <p:nvPr/>
        </p:nvSpPr>
        <p:spPr>
          <a:xfrm>
            <a:off x="11460480" y="0"/>
            <a:ext cx="731520" cy="731520"/>
          </a:xfrm>
          <a:prstGeom prst="rect">
            <a:avLst/>
          </a:prstGeom>
          <a:solidFill>
            <a:srgbClr val="00C8E8">
              <a:alpha val="3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87" name="Shape 685"/>
          <p:cNvSpPr/>
          <p:nvPr/>
        </p:nvSpPr>
        <p:spPr>
          <a:xfrm>
            <a:off x="11460480" y="0"/>
            <a:ext cx="731520" cy="97536"/>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88" name="Text 686"/>
          <p:cNvSpPr/>
          <p:nvPr/>
        </p:nvSpPr>
        <p:spPr>
          <a:xfrm>
            <a:off x="548640" y="670560"/>
            <a:ext cx="8534400" cy="341376"/>
          </a:xfrm>
          <a:prstGeom prst="rect">
            <a:avLst/>
          </a:prstGeom>
          <a:noFill/>
          <a:ln/>
        </p:spPr>
        <p:txBody>
          <a:bodyPr wrap="square" lIns="0" tIns="0" rIns="0" bIns="0" rtlCol="0" anchor="ctr"/>
          <a:lstStyle/>
          <a:p>
            <a:pPr defTabSz="1219170"/>
            <a:r>
              <a:rPr lang="en-US" sz="1133" b="1" kern="0" spc="533" dirty="0">
                <a:solidFill>
                  <a:srgbClr val="00C8E8"/>
                </a:solidFill>
                <a:latin typeface="Calibri" pitchFamily="34" charset="0"/>
                <a:ea typeface="Calibri" pitchFamily="34" charset="-122"/>
                <a:cs typeface="Calibri" pitchFamily="34" charset="-120"/>
              </a:rPr>
              <a:t>GRADUATE CAPSTONE PRESENTATION</a:t>
            </a:r>
            <a:endParaRPr lang="en-US" sz="1133" dirty="0">
              <a:solidFill>
                <a:prstClr val="black"/>
              </a:solidFill>
              <a:latin typeface="Calibri" panose="020F0502020204030204"/>
            </a:endParaRPr>
          </a:p>
        </p:txBody>
      </p:sp>
      <p:sp>
        <p:nvSpPr>
          <p:cNvPr id="689" name="Text 687"/>
          <p:cNvSpPr/>
          <p:nvPr/>
        </p:nvSpPr>
        <p:spPr>
          <a:xfrm>
            <a:off x="548640" y="1219200"/>
            <a:ext cx="10972800" cy="1036320"/>
          </a:xfrm>
          <a:prstGeom prst="rect">
            <a:avLst/>
          </a:prstGeom>
          <a:noFill/>
          <a:ln/>
        </p:spPr>
        <p:txBody>
          <a:bodyPr wrap="square" lIns="0" tIns="0" rIns="0" bIns="0" rtlCol="0" anchor="ctr"/>
          <a:lstStyle/>
          <a:p>
            <a:pPr defTabSz="1219170"/>
            <a:r>
              <a:rPr lang="en-US" sz="6933" b="1" dirty="0">
                <a:solidFill>
                  <a:srgbClr val="FFFFFF"/>
                </a:solidFill>
                <a:latin typeface="Calibri" pitchFamily="34" charset="0"/>
                <a:ea typeface="Calibri" pitchFamily="34" charset="-122"/>
                <a:cs typeface="Calibri" pitchFamily="34" charset="-120"/>
              </a:rPr>
              <a:t>Comparative Frameworks</a:t>
            </a:r>
            <a:endParaRPr lang="en-US" sz="6933" dirty="0">
              <a:solidFill>
                <a:prstClr val="black"/>
              </a:solidFill>
              <a:latin typeface="Calibri" panose="020F0502020204030204"/>
            </a:endParaRPr>
          </a:p>
        </p:txBody>
      </p:sp>
      <p:sp>
        <p:nvSpPr>
          <p:cNvPr id="690" name="Text 688"/>
          <p:cNvSpPr/>
          <p:nvPr/>
        </p:nvSpPr>
        <p:spPr>
          <a:xfrm>
            <a:off x="548640" y="2218944"/>
            <a:ext cx="10972800" cy="1036320"/>
          </a:xfrm>
          <a:prstGeom prst="rect">
            <a:avLst/>
          </a:prstGeom>
          <a:noFill/>
          <a:ln/>
        </p:spPr>
        <p:txBody>
          <a:bodyPr wrap="square" lIns="0" tIns="0" rIns="0" bIns="0" rtlCol="0" anchor="ctr"/>
          <a:lstStyle/>
          <a:p>
            <a:pPr defTabSz="1219170"/>
            <a:r>
              <a:rPr lang="en-US" sz="6933" b="1" dirty="0">
                <a:solidFill>
                  <a:srgbClr val="00C8E8"/>
                </a:solidFill>
                <a:latin typeface="Calibri" pitchFamily="34" charset="0"/>
                <a:ea typeface="Calibri" pitchFamily="34" charset="-122"/>
                <a:cs typeface="Calibri" pitchFamily="34" charset="-120"/>
              </a:rPr>
              <a:t>for 3D Path Planning</a:t>
            </a:r>
            <a:endParaRPr lang="en-US" sz="6933" dirty="0">
              <a:solidFill>
                <a:prstClr val="black"/>
              </a:solidFill>
              <a:latin typeface="Calibri" panose="020F0502020204030204"/>
            </a:endParaRPr>
          </a:p>
        </p:txBody>
      </p:sp>
      <p:sp>
        <p:nvSpPr>
          <p:cNvPr id="691" name="Shape 689"/>
          <p:cNvSpPr/>
          <p:nvPr/>
        </p:nvSpPr>
        <p:spPr>
          <a:xfrm>
            <a:off x="548640" y="3352800"/>
            <a:ext cx="54864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92" name="Shape 690"/>
          <p:cNvSpPr/>
          <p:nvPr/>
        </p:nvSpPr>
        <p:spPr>
          <a:xfrm>
            <a:off x="548640" y="3328416"/>
            <a:ext cx="54864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693" name="Text 691"/>
          <p:cNvSpPr/>
          <p:nvPr/>
        </p:nvSpPr>
        <p:spPr>
          <a:xfrm>
            <a:off x="548640" y="3511296"/>
            <a:ext cx="9144000" cy="365760"/>
          </a:xfrm>
          <a:prstGeom prst="rect">
            <a:avLst/>
          </a:prstGeom>
          <a:noFill/>
          <a:ln/>
        </p:spPr>
        <p:txBody>
          <a:bodyPr wrap="square" lIns="0" tIns="0" rIns="0" bIns="0" rtlCol="0" anchor="ctr"/>
          <a:lstStyle/>
          <a:p>
            <a:pPr defTabSz="1219170"/>
            <a:r>
              <a:rPr lang="en-US" sz="1600" kern="0" spc="133" dirty="0">
                <a:solidFill>
                  <a:srgbClr val="7A9BB5"/>
                </a:solidFill>
                <a:latin typeface="Calibri" pitchFamily="34" charset="0"/>
                <a:ea typeface="Calibri" pitchFamily="34" charset="-122"/>
                <a:cs typeface="Calibri" pitchFamily="34" charset="-120"/>
              </a:rPr>
              <a:t>3D geometry creation· Algorithm Selection · Sensitivity Analysis</a:t>
            </a:r>
            <a:endParaRPr lang="en-US" sz="1600" dirty="0">
              <a:solidFill>
                <a:prstClr val="black"/>
              </a:solidFill>
              <a:latin typeface="Calibri" panose="020F0502020204030204"/>
            </a:endParaRPr>
          </a:p>
        </p:txBody>
      </p:sp>
      <p:sp>
        <p:nvSpPr>
          <p:cNvPr id="694" name="Shape 692"/>
          <p:cNvSpPr/>
          <p:nvPr/>
        </p:nvSpPr>
        <p:spPr>
          <a:xfrm>
            <a:off x="548640" y="4120896"/>
            <a:ext cx="3779520" cy="463296"/>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95" name="Shape 693"/>
          <p:cNvSpPr/>
          <p:nvPr/>
        </p:nvSpPr>
        <p:spPr>
          <a:xfrm>
            <a:off x="548640" y="4120896"/>
            <a:ext cx="60960" cy="463296"/>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696" name="Text 694"/>
          <p:cNvSpPr/>
          <p:nvPr/>
        </p:nvSpPr>
        <p:spPr>
          <a:xfrm>
            <a:off x="694944" y="4120896"/>
            <a:ext cx="3535680" cy="463296"/>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Framework 1: VG + Dijkstra</a:t>
            </a:r>
            <a:endParaRPr lang="en-US" sz="1333" dirty="0">
              <a:solidFill>
                <a:prstClr val="black"/>
              </a:solidFill>
              <a:latin typeface="Calibri" panose="020F0502020204030204"/>
            </a:endParaRPr>
          </a:p>
        </p:txBody>
      </p:sp>
      <p:sp>
        <p:nvSpPr>
          <p:cNvPr id="697" name="Shape 695"/>
          <p:cNvSpPr/>
          <p:nvPr/>
        </p:nvSpPr>
        <p:spPr>
          <a:xfrm>
            <a:off x="4815840" y="4120896"/>
            <a:ext cx="3779520" cy="463296"/>
          </a:xfrm>
          <a:prstGeom prst="rect">
            <a:avLst/>
          </a:prstGeom>
          <a:solidFill>
            <a:srgbClr val="122848"/>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698" name="Shape 696"/>
          <p:cNvSpPr/>
          <p:nvPr/>
        </p:nvSpPr>
        <p:spPr>
          <a:xfrm>
            <a:off x="4815840" y="4120896"/>
            <a:ext cx="60960" cy="463296"/>
          </a:xfrm>
          <a:prstGeom prst="rect">
            <a:avLst/>
          </a:prstGeom>
          <a:solidFill>
            <a:srgbClr val="8B5CF6"/>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699" name="Text 697"/>
          <p:cNvSpPr/>
          <p:nvPr/>
        </p:nvSpPr>
        <p:spPr>
          <a:xfrm>
            <a:off x="4962144" y="4120896"/>
            <a:ext cx="3535680" cy="463296"/>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Framework 2: Buffered A*</a:t>
            </a:r>
            <a:endParaRPr lang="en-US" sz="1333" dirty="0">
              <a:solidFill>
                <a:prstClr val="black"/>
              </a:solidFill>
              <a:latin typeface="Calibri" panose="020F0502020204030204"/>
            </a:endParaRPr>
          </a:p>
        </p:txBody>
      </p:sp>
      <p:sp>
        <p:nvSpPr>
          <p:cNvPr id="700" name="Text 698"/>
          <p:cNvSpPr/>
          <p:nvPr/>
        </p:nvSpPr>
        <p:spPr>
          <a:xfrm>
            <a:off x="548640" y="6156960"/>
            <a:ext cx="8534400" cy="268224"/>
          </a:xfrm>
          <a:prstGeom prst="rect">
            <a:avLst/>
          </a:prstGeom>
          <a:noFill/>
          <a:ln/>
        </p:spPr>
        <p:txBody>
          <a:bodyPr wrap="square" lIns="0" tIns="0" rIns="0" bIns="0" rtlCol="0" anchor="ctr"/>
          <a:lstStyle/>
          <a:p>
            <a:pPr defTabSz="1219170"/>
            <a:r>
              <a:rPr lang="en-US" sz="1067" dirty="0">
                <a:solidFill>
                  <a:srgbClr val="7A9BB5"/>
                </a:solidFill>
                <a:latin typeface="Calibri" pitchFamily="34" charset="0"/>
                <a:ea typeface="Calibri" pitchFamily="34" charset="-122"/>
                <a:cs typeface="Calibri" pitchFamily="34" charset="-120"/>
              </a:rPr>
              <a:t>Janhavi Gaikwad</a:t>
            </a:r>
            <a:endParaRPr lang="en-US" sz="1067" dirty="0">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A — GOAL</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Presentation Roadmap</a:t>
            </a:r>
            <a:endParaRPr lang="en-US" sz="3733" dirty="0">
              <a:solidFill>
                <a:prstClr val="black"/>
              </a:solidFill>
              <a:latin typeface="Calibri" panose="020F0502020204030204"/>
            </a:endParaRPr>
          </a:p>
        </p:txBody>
      </p:sp>
      <p:sp>
        <p:nvSpPr>
          <p:cNvPr id="4" name="Shape 2"/>
          <p:cNvSpPr/>
          <p:nvPr/>
        </p:nvSpPr>
        <p:spPr>
          <a:xfrm>
            <a:off x="548640" y="1645920"/>
            <a:ext cx="30480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5318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53184"/>
            <a:ext cx="67056" cy="14020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731520" y="2218944"/>
            <a:ext cx="609600" cy="609600"/>
          </a:xfrm>
          <a:prstGeom prst="ellipse">
            <a:avLst/>
          </a:prstGeom>
          <a:solidFill>
            <a:srgbClr val="00C8E8">
              <a:alpha val="80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6"/>
          <p:cNvSpPr/>
          <p:nvPr/>
        </p:nvSpPr>
        <p:spPr>
          <a:xfrm>
            <a:off x="731520" y="2218944"/>
            <a:ext cx="609600" cy="609600"/>
          </a:xfrm>
          <a:prstGeom prst="rect">
            <a:avLst/>
          </a:prstGeom>
          <a:noFill/>
          <a:ln/>
        </p:spPr>
        <p:txBody>
          <a:bodyPr wrap="square" lIns="0" tIns="0" rIns="0" bIns="0" rtlCol="0" anchor="ctr"/>
          <a:lstStyle/>
          <a:p>
            <a:pPr algn="ctr" defTabSz="1219170"/>
            <a:r>
              <a:rPr lang="en-US" sz="1867" b="1" dirty="0">
                <a:solidFill>
                  <a:srgbClr val="00C8E8"/>
                </a:solidFill>
                <a:latin typeface="Calibri" pitchFamily="34" charset="0"/>
                <a:ea typeface="Calibri" pitchFamily="34" charset="-122"/>
                <a:cs typeface="Calibri" pitchFamily="34" charset="-120"/>
              </a:rPr>
              <a:t>A</a:t>
            </a:r>
            <a:endParaRPr lang="en-US" sz="1867" dirty="0">
              <a:solidFill>
                <a:prstClr val="black"/>
              </a:solidFill>
              <a:latin typeface="Calibri" panose="020F0502020204030204"/>
            </a:endParaRPr>
          </a:p>
        </p:txBody>
      </p:sp>
      <p:sp>
        <p:nvSpPr>
          <p:cNvPr id="9" name="Text 7"/>
          <p:cNvSpPr/>
          <p:nvPr/>
        </p:nvSpPr>
        <p:spPr>
          <a:xfrm>
            <a:off x="1524000" y="195072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Goal</a:t>
            </a:r>
            <a:endParaRPr lang="en-US" sz="1600" dirty="0">
              <a:solidFill>
                <a:prstClr val="black"/>
              </a:solidFill>
              <a:latin typeface="Calibri" panose="020F0502020204030204"/>
            </a:endParaRPr>
          </a:p>
        </p:txBody>
      </p:sp>
      <p:sp>
        <p:nvSpPr>
          <p:cNvPr id="10" name="Text 8"/>
          <p:cNvSpPr/>
          <p:nvPr/>
        </p:nvSpPr>
        <p:spPr>
          <a:xfrm>
            <a:off x="1524000" y="236524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Problem motivation, objectives</a:t>
            </a:r>
            <a:endParaRPr lang="en-US" sz="1267" dirty="0">
              <a:solidFill>
                <a:prstClr val="black"/>
              </a:solidFill>
              <a:latin typeface="Calibri" panose="020F0502020204030204"/>
            </a:endParaRPr>
          </a:p>
        </p:txBody>
      </p:sp>
      <p:grpSp>
        <p:nvGrpSpPr>
          <p:cNvPr id="43" name="Group 42">
            <a:extLst>
              <a:ext uri="{FF2B5EF4-FFF2-40B4-BE49-F238E27FC236}">
                <a16:creationId xmlns:a16="http://schemas.microsoft.com/office/drawing/2014/main" id="{134BD08F-B128-98E0-F116-698898799E65}"/>
              </a:ext>
            </a:extLst>
          </p:cNvPr>
          <p:cNvGrpSpPr/>
          <p:nvPr/>
        </p:nvGrpSpPr>
        <p:grpSpPr>
          <a:xfrm>
            <a:off x="524256" y="3438144"/>
            <a:ext cx="5425440" cy="1402080"/>
            <a:chOff x="548640" y="5023104"/>
            <a:chExt cx="5425440" cy="1402080"/>
          </a:xfrm>
        </p:grpSpPr>
        <p:sp>
          <p:nvSpPr>
            <p:cNvPr id="17" name="Shape 15"/>
            <p:cNvSpPr/>
            <p:nvPr/>
          </p:nvSpPr>
          <p:spPr>
            <a:xfrm>
              <a:off x="548640" y="502310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548640" y="5023104"/>
              <a:ext cx="67056" cy="1402080"/>
            </a:xfrm>
            <a:prstGeom prst="rect">
              <a:avLst/>
            </a:prstGeom>
            <a:solidFill>
              <a:srgbClr val="1464A0"/>
            </a:solidFill>
            <a:ln w="12700">
              <a:solidFill>
                <a:srgbClr val="1464A0"/>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731520" y="5388864"/>
              <a:ext cx="609600" cy="609600"/>
            </a:xfrm>
            <a:prstGeom prst="ellipse">
              <a:avLst/>
            </a:prstGeom>
            <a:solidFill>
              <a:srgbClr val="1464A0">
                <a:alpha val="80000"/>
              </a:srgbClr>
            </a:solidFill>
            <a:ln w="12700">
              <a:solidFill>
                <a:srgbClr val="1464A0"/>
              </a:solidFill>
              <a:prstDash val="solid"/>
            </a:ln>
          </p:spPr>
          <p:txBody>
            <a:bodyPr/>
            <a:lstStyle/>
            <a:p>
              <a:pPr defTabSz="1219170"/>
              <a:endParaRPr lang="en-US" sz="2400">
                <a:solidFill>
                  <a:prstClr val="black"/>
                </a:solidFill>
                <a:latin typeface="Calibri" panose="020F0502020204030204"/>
              </a:endParaRPr>
            </a:p>
          </p:txBody>
        </p:sp>
        <p:sp>
          <p:nvSpPr>
            <p:cNvPr id="20" name="Text 18"/>
            <p:cNvSpPr/>
            <p:nvPr/>
          </p:nvSpPr>
          <p:spPr>
            <a:xfrm>
              <a:off x="731520" y="5388864"/>
              <a:ext cx="609600" cy="609600"/>
            </a:xfrm>
            <a:prstGeom prst="rect">
              <a:avLst/>
            </a:prstGeom>
            <a:noFill/>
            <a:ln/>
          </p:spPr>
          <p:txBody>
            <a:bodyPr wrap="square" lIns="0" tIns="0" rIns="0" bIns="0" rtlCol="0" anchor="ctr"/>
            <a:lstStyle/>
            <a:p>
              <a:pPr algn="ctr" defTabSz="1219170"/>
              <a:r>
                <a:rPr lang="en-US" sz="1867" b="1" dirty="0">
                  <a:solidFill>
                    <a:srgbClr val="1464A0"/>
                  </a:solidFill>
                  <a:latin typeface="Calibri" pitchFamily="34" charset="0"/>
                  <a:ea typeface="Calibri" pitchFamily="34" charset="-122"/>
                  <a:cs typeface="Calibri" pitchFamily="34" charset="-120"/>
                </a:rPr>
                <a:t>B</a:t>
              </a:r>
              <a:endParaRPr lang="en-US" sz="1867" dirty="0">
                <a:solidFill>
                  <a:prstClr val="black"/>
                </a:solidFill>
                <a:latin typeface="Calibri" panose="020F0502020204030204"/>
              </a:endParaRPr>
            </a:p>
          </p:txBody>
        </p:sp>
        <p:sp>
          <p:nvSpPr>
            <p:cNvPr id="21" name="Text 19"/>
            <p:cNvSpPr/>
            <p:nvPr/>
          </p:nvSpPr>
          <p:spPr>
            <a:xfrm>
              <a:off x="1524000" y="512064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Framework 1 — VG + Dijkstra</a:t>
              </a:r>
              <a:endParaRPr lang="en-US" sz="1600" dirty="0">
                <a:solidFill>
                  <a:prstClr val="black"/>
                </a:solidFill>
                <a:latin typeface="Calibri" panose="020F0502020204030204"/>
              </a:endParaRPr>
            </a:p>
          </p:txBody>
        </p:sp>
        <p:sp>
          <p:nvSpPr>
            <p:cNvPr id="22" name="Text 20"/>
            <p:cNvSpPr/>
            <p:nvPr/>
          </p:nvSpPr>
          <p:spPr>
            <a:xfrm>
              <a:off x="1524000" y="553516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3D city model, algorithm selection, sensitivity analysis</a:t>
              </a:r>
              <a:endParaRPr lang="en-US" sz="1267" dirty="0">
                <a:solidFill>
                  <a:prstClr val="black"/>
                </a:solidFill>
                <a:latin typeface="Calibri" panose="020F0502020204030204"/>
              </a:endParaRPr>
            </a:p>
          </p:txBody>
        </p:sp>
      </p:grpSp>
      <p:grpSp>
        <p:nvGrpSpPr>
          <p:cNvPr id="44" name="Group 43">
            <a:extLst>
              <a:ext uri="{FF2B5EF4-FFF2-40B4-BE49-F238E27FC236}">
                <a16:creationId xmlns:a16="http://schemas.microsoft.com/office/drawing/2014/main" id="{8633A4C4-5ABB-49C8-6C0A-BD89A544AAC1}"/>
              </a:ext>
            </a:extLst>
          </p:cNvPr>
          <p:cNvGrpSpPr/>
          <p:nvPr/>
        </p:nvGrpSpPr>
        <p:grpSpPr>
          <a:xfrm>
            <a:off x="524256" y="4992624"/>
            <a:ext cx="5425440" cy="1402080"/>
            <a:chOff x="6278880" y="1853184"/>
            <a:chExt cx="5425440" cy="1402080"/>
          </a:xfrm>
        </p:grpSpPr>
        <p:sp>
          <p:nvSpPr>
            <p:cNvPr id="23" name="Shape 21"/>
            <p:cNvSpPr/>
            <p:nvPr/>
          </p:nvSpPr>
          <p:spPr>
            <a:xfrm>
              <a:off x="6278880" y="185318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6278880" y="1853184"/>
              <a:ext cx="67056" cy="1402080"/>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6461760" y="2218944"/>
              <a:ext cx="609600" cy="609600"/>
            </a:xfrm>
            <a:prstGeom prst="ellipse">
              <a:avLst/>
            </a:prstGeom>
            <a:solidFill>
              <a:srgbClr val="00C896">
                <a:alpha val="80000"/>
              </a:srgbClr>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26" name="Text 24"/>
            <p:cNvSpPr/>
            <p:nvPr/>
          </p:nvSpPr>
          <p:spPr>
            <a:xfrm>
              <a:off x="6461760" y="2218944"/>
              <a:ext cx="609600" cy="609600"/>
            </a:xfrm>
            <a:prstGeom prst="rect">
              <a:avLst/>
            </a:prstGeom>
            <a:noFill/>
            <a:ln/>
          </p:spPr>
          <p:txBody>
            <a:bodyPr wrap="square" lIns="0" tIns="0" rIns="0" bIns="0" rtlCol="0" anchor="ctr"/>
            <a:lstStyle/>
            <a:p>
              <a:pPr algn="ctr" defTabSz="1219170"/>
              <a:r>
                <a:rPr lang="en-US" sz="1867" b="1" dirty="0">
                  <a:solidFill>
                    <a:srgbClr val="00C896"/>
                  </a:solidFill>
                  <a:latin typeface="Calibri" pitchFamily="34" charset="0"/>
                  <a:ea typeface="Calibri" pitchFamily="34" charset="-122"/>
                  <a:cs typeface="Calibri" pitchFamily="34" charset="-120"/>
                </a:rPr>
                <a:t>C</a:t>
              </a:r>
              <a:endParaRPr lang="en-US" sz="1867" dirty="0">
                <a:solidFill>
                  <a:prstClr val="black"/>
                </a:solidFill>
                <a:latin typeface="Calibri" panose="020F0502020204030204"/>
              </a:endParaRPr>
            </a:p>
          </p:txBody>
        </p:sp>
        <p:sp>
          <p:nvSpPr>
            <p:cNvPr id="27" name="Text 25"/>
            <p:cNvSpPr/>
            <p:nvPr/>
          </p:nvSpPr>
          <p:spPr>
            <a:xfrm>
              <a:off x="7254240" y="195072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Framework 2 — Buffered A*</a:t>
              </a:r>
              <a:endParaRPr lang="en-US" sz="1600" dirty="0">
                <a:solidFill>
                  <a:prstClr val="black"/>
                </a:solidFill>
                <a:latin typeface="Calibri" panose="020F0502020204030204"/>
              </a:endParaRPr>
            </a:p>
          </p:txBody>
        </p:sp>
        <p:sp>
          <p:nvSpPr>
            <p:cNvPr id="28" name="Text 26"/>
            <p:cNvSpPr/>
            <p:nvPr/>
          </p:nvSpPr>
          <p:spPr>
            <a:xfrm>
              <a:off x="7254240" y="236524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3D city model, algorithm selection, sensitivity analysis</a:t>
              </a:r>
              <a:endParaRPr lang="en-US" sz="1267" dirty="0">
                <a:solidFill>
                  <a:prstClr val="black"/>
                </a:solidFill>
              </a:endParaRPr>
            </a:p>
          </p:txBody>
        </p:sp>
      </p:grpSp>
      <p:grpSp>
        <p:nvGrpSpPr>
          <p:cNvPr id="45" name="Group 44">
            <a:extLst>
              <a:ext uri="{FF2B5EF4-FFF2-40B4-BE49-F238E27FC236}">
                <a16:creationId xmlns:a16="http://schemas.microsoft.com/office/drawing/2014/main" id="{F6C8C543-90F9-2183-4422-079165105E85}"/>
              </a:ext>
            </a:extLst>
          </p:cNvPr>
          <p:cNvGrpSpPr/>
          <p:nvPr/>
        </p:nvGrpSpPr>
        <p:grpSpPr>
          <a:xfrm>
            <a:off x="6217920" y="2523744"/>
            <a:ext cx="5425440" cy="1402080"/>
            <a:chOff x="6278880" y="3438144"/>
            <a:chExt cx="5425440" cy="1402080"/>
          </a:xfrm>
        </p:grpSpPr>
        <p:sp>
          <p:nvSpPr>
            <p:cNvPr id="29" name="Shape 27"/>
            <p:cNvSpPr/>
            <p:nvPr/>
          </p:nvSpPr>
          <p:spPr>
            <a:xfrm>
              <a:off x="6278880" y="343814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6278880" y="3438144"/>
              <a:ext cx="67056" cy="1402080"/>
            </a:xfrm>
            <a:prstGeom prst="rect">
              <a:avLst/>
            </a:prstGeom>
            <a:solidFill>
              <a:srgbClr val="F5A623"/>
            </a:solidFill>
            <a:ln w="12700">
              <a:solidFill>
                <a:srgbClr val="F5A623"/>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6461760" y="3803904"/>
              <a:ext cx="609600" cy="609600"/>
            </a:xfrm>
            <a:prstGeom prst="ellipse">
              <a:avLst/>
            </a:prstGeom>
            <a:solidFill>
              <a:srgbClr val="F5A623">
                <a:alpha val="80000"/>
              </a:srgbClr>
            </a:solidFill>
            <a:ln w="12700">
              <a:solidFill>
                <a:srgbClr val="F5A623"/>
              </a:solidFill>
              <a:prstDash val="solid"/>
            </a:ln>
          </p:spPr>
          <p:txBody>
            <a:bodyPr/>
            <a:lstStyle/>
            <a:p>
              <a:pPr defTabSz="1219170"/>
              <a:endParaRPr lang="en-US" sz="2400">
                <a:solidFill>
                  <a:prstClr val="black"/>
                </a:solidFill>
                <a:latin typeface="Calibri" panose="020F0502020204030204"/>
              </a:endParaRPr>
            </a:p>
          </p:txBody>
        </p:sp>
        <p:sp>
          <p:nvSpPr>
            <p:cNvPr id="32" name="Text 30"/>
            <p:cNvSpPr/>
            <p:nvPr/>
          </p:nvSpPr>
          <p:spPr>
            <a:xfrm>
              <a:off x="6461760" y="3803904"/>
              <a:ext cx="609600" cy="609600"/>
            </a:xfrm>
            <a:prstGeom prst="rect">
              <a:avLst/>
            </a:prstGeom>
            <a:noFill/>
            <a:ln/>
          </p:spPr>
          <p:txBody>
            <a:bodyPr wrap="square" lIns="0" tIns="0" rIns="0" bIns="0" rtlCol="0" anchor="ctr"/>
            <a:lstStyle/>
            <a:p>
              <a:pPr algn="ctr" defTabSz="1219170"/>
              <a:r>
                <a:rPr lang="en-US" sz="1867" b="1" dirty="0">
                  <a:solidFill>
                    <a:srgbClr val="F5A623"/>
                  </a:solidFill>
                  <a:latin typeface="Calibri" pitchFamily="34" charset="0"/>
                  <a:ea typeface="Calibri" pitchFamily="34" charset="-122"/>
                  <a:cs typeface="Calibri" pitchFamily="34" charset="-120"/>
                </a:rPr>
                <a:t>D</a:t>
              </a:r>
              <a:endParaRPr lang="en-US" sz="1867" dirty="0">
                <a:solidFill>
                  <a:prstClr val="black"/>
                </a:solidFill>
                <a:latin typeface="Calibri" panose="020F0502020204030204"/>
              </a:endParaRPr>
            </a:p>
          </p:txBody>
        </p:sp>
        <p:sp>
          <p:nvSpPr>
            <p:cNvPr id="33" name="Text 31"/>
            <p:cNvSpPr/>
            <p:nvPr/>
          </p:nvSpPr>
          <p:spPr>
            <a:xfrm>
              <a:off x="7254240" y="353568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Comparative Analysis</a:t>
              </a:r>
              <a:endParaRPr lang="en-US" sz="1600" dirty="0">
                <a:solidFill>
                  <a:prstClr val="black"/>
                </a:solidFill>
                <a:latin typeface="Calibri" panose="020F0502020204030204"/>
              </a:endParaRPr>
            </a:p>
          </p:txBody>
        </p:sp>
        <p:sp>
          <p:nvSpPr>
            <p:cNvPr id="34" name="Text 32"/>
            <p:cNvSpPr/>
            <p:nvPr/>
          </p:nvSpPr>
          <p:spPr>
            <a:xfrm>
              <a:off x="7254240" y="395020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Output comparison, Model setup comparison</a:t>
              </a:r>
              <a:endParaRPr lang="en-US" sz="1267" dirty="0">
                <a:solidFill>
                  <a:prstClr val="black"/>
                </a:solidFill>
                <a:latin typeface="Calibri" panose="020F0502020204030204"/>
              </a:endParaRPr>
            </a:p>
          </p:txBody>
        </p:sp>
      </p:grpSp>
      <p:grpSp>
        <p:nvGrpSpPr>
          <p:cNvPr id="46" name="Group 45">
            <a:extLst>
              <a:ext uri="{FF2B5EF4-FFF2-40B4-BE49-F238E27FC236}">
                <a16:creationId xmlns:a16="http://schemas.microsoft.com/office/drawing/2014/main" id="{79C0B361-D1C4-6168-F470-BE2EA8A3E0EE}"/>
              </a:ext>
            </a:extLst>
          </p:cNvPr>
          <p:cNvGrpSpPr/>
          <p:nvPr/>
        </p:nvGrpSpPr>
        <p:grpSpPr>
          <a:xfrm>
            <a:off x="6217920" y="4309873"/>
            <a:ext cx="5425440" cy="1402080"/>
            <a:chOff x="6278880" y="5023104"/>
            <a:chExt cx="5425440" cy="1402080"/>
          </a:xfrm>
        </p:grpSpPr>
        <p:sp>
          <p:nvSpPr>
            <p:cNvPr id="35" name="Shape 33"/>
            <p:cNvSpPr/>
            <p:nvPr/>
          </p:nvSpPr>
          <p:spPr>
            <a:xfrm>
              <a:off x="6278880" y="5023104"/>
              <a:ext cx="5425440" cy="140208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6278880" y="5023104"/>
              <a:ext cx="67056" cy="14020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6461760" y="5388864"/>
              <a:ext cx="609600" cy="609600"/>
            </a:xfrm>
            <a:prstGeom prst="ellipse">
              <a:avLst/>
            </a:prstGeom>
            <a:solidFill>
              <a:srgbClr val="00C8E8">
                <a:alpha val="80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8" name="Text 36"/>
            <p:cNvSpPr/>
            <p:nvPr/>
          </p:nvSpPr>
          <p:spPr>
            <a:xfrm>
              <a:off x="6461760" y="5388864"/>
              <a:ext cx="609600" cy="609600"/>
            </a:xfrm>
            <a:prstGeom prst="rect">
              <a:avLst/>
            </a:prstGeom>
            <a:noFill/>
            <a:ln/>
          </p:spPr>
          <p:txBody>
            <a:bodyPr wrap="square" lIns="0" tIns="0" rIns="0" bIns="0" rtlCol="0" anchor="ctr"/>
            <a:lstStyle/>
            <a:p>
              <a:pPr algn="ctr" defTabSz="1219170"/>
              <a:r>
                <a:rPr lang="en-US" sz="1867" b="1" dirty="0">
                  <a:solidFill>
                    <a:srgbClr val="00C8E8"/>
                  </a:solidFill>
                  <a:latin typeface="Calibri" pitchFamily="34" charset="0"/>
                  <a:ea typeface="Calibri" pitchFamily="34" charset="-122"/>
                  <a:cs typeface="Calibri" pitchFamily="34" charset="-120"/>
                </a:rPr>
                <a:t>E</a:t>
              </a:r>
              <a:endParaRPr lang="en-US" sz="1867" dirty="0">
                <a:solidFill>
                  <a:prstClr val="black"/>
                </a:solidFill>
                <a:latin typeface="Calibri" panose="020F0502020204030204"/>
              </a:endParaRPr>
            </a:p>
          </p:txBody>
        </p:sp>
        <p:sp>
          <p:nvSpPr>
            <p:cNvPr id="39" name="Text 37"/>
            <p:cNvSpPr/>
            <p:nvPr/>
          </p:nvSpPr>
          <p:spPr>
            <a:xfrm>
              <a:off x="7254240" y="5120640"/>
              <a:ext cx="4267200" cy="390144"/>
            </a:xfrm>
            <a:prstGeom prst="rect">
              <a:avLst/>
            </a:prstGeom>
            <a:noFill/>
            <a:ln/>
          </p:spPr>
          <p:txBody>
            <a:bodyPr wrap="square" lIns="0" tIns="0" rIns="0" bIns="0" rtlCol="0" anchor="ctr"/>
            <a:lstStyle/>
            <a:p>
              <a:pPr defTabSz="1219170"/>
              <a:r>
                <a:rPr lang="en-US" sz="1600" b="1" dirty="0">
                  <a:solidFill>
                    <a:srgbClr val="FFFFFF"/>
                  </a:solidFill>
                  <a:latin typeface="Calibri" pitchFamily="34" charset="0"/>
                  <a:ea typeface="Calibri" pitchFamily="34" charset="-122"/>
                  <a:cs typeface="Calibri" pitchFamily="34" charset="-120"/>
                </a:rPr>
                <a:t>Conclusions</a:t>
              </a:r>
              <a:endParaRPr lang="en-US" sz="1600" dirty="0">
                <a:solidFill>
                  <a:prstClr val="black"/>
                </a:solidFill>
                <a:latin typeface="Calibri" panose="020F0502020204030204"/>
              </a:endParaRPr>
            </a:p>
          </p:txBody>
        </p:sp>
        <p:sp>
          <p:nvSpPr>
            <p:cNvPr id="40" name="Text 38"/>
            <p:cNvSpPr/>
            <p:nvPr/>
          </p:nvSpPr>
          <p:spPr>
            <a:xfrm>
              <a:off x="7254240" y="5535168"/>
              <a:ext cx="4267200" cy="670560"/>
            </a:xfrm>
            <a:prstGeom prst="rect">
              <a:avLst/>
            </a:prstGeom>
            <a:noFill/>
            <a:ln/>
          </p:spPr>
          <p:txBody>
            <a:bodyPr wrap="square" lIns="0" tIns="0" rIns="0" bIns="0" rtlCol="0" anchor="ctr"/>
            <a:lstStyle/>
            <a:p>
              <a:pPr defTabSz="1219170"/>
              <a:r>
                <a:rPr lang="en-US" sz="1267" dirty="0">
                  <a:solidFill>
                    <a:srgbClr val="7A9BB5"/>
                  </a:solidFill>
                  <a:latin typeface="Calibri" pitchFamily="34" charset="0"/>
                  <a:ea typeface="Calibri" pitchFamily="34" charset="-122"/>
                  <a:cs typeface="Calibri" pitchFamily="34" charset="-120"/>
                </a:rPr>
                <a:t>Conclusion, recommendations.</a:t>
              </a:r>
              <a:endParaRPr lang="en-US" sz="1267" dirty="0">
                <a:solidFill>
                  <a:prstClr val="black"/>
                </a:solidFill>
                <a:latin typeface="Calibri" panose="020F0502020204030204"/>
              </a:endParaRPr>
            </a:p>
          </p:txBody>
        </p:sp>
      </p:grpSp>
      <p:sp>
        <p:nvSpPr>
          <p:cNvPr id="41" name="Shape 39"/>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42" name="Text 40"/>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 name="Shape 2"/>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 name="Shape 6"/>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 name="Shape 7"/>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 name="Shape 8"/>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 name="Shape 13"/>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 name="Shape 19"/>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 name="Shape 20"/>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 name="Shape 21"/>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 name="Shape 25"/>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 name="Shape 30"/>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 name="Shape 31"/>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 name="Shape 32"/>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 name="Shape 33"/>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 name="Shape 36"/>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 name="Shape 37"/>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 name="Shape 38"/>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 name="Shape 39"/>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 name="Shape 40"/>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 name="Shape 41"/>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 name="Shape 42"/>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 name="Shape 43"/>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 name="Shape 44"/>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 name="Shape 45"/>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 name="Shape 46"/>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 name="Shape 47"/>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 name="Shape 48"/>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 name="Shape 49"/>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 name="Shape 50"/>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 name="Shape 51"/>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 name="Shape 52"/>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 name="Shape 53"/>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 name="Shape 54"/>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 name="Shape 55"/>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 name="Shape 56"/>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 name="Shape 57"/>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 name="Shape 58"/>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 name="Shape 59"/>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 name="Shape 60"/>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 name="Shape 61"/>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 name="Shape 62"/>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 name="Shape 63"/>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 name="Shape 64"/>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 name="Shape 65"/>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 name="Shape 66"/>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 name="Shape 67"/>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 name="Shape 68"/>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 name="Shape 69"/>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 name="Shape 70"/>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 name="Shape 71"/>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 name="Shape 72"/>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 name="Shape 73"/>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6" name="Shape 74"/>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7" name="Shape 75"/>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8" name="Shape 76"/>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9" name="Shape 77"/>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0" name="Shape 78"/>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1" name="Shape 79"/>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2" name="Shape 80"/>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3" name="Shape 81"/>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4" name="Shape 82"/>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5" name="Shape 83"/>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6" name="Shape 84"/>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7" name="Shape 85"/>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8" name="Shape 86"/>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9" name="Shape 87"/>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0" name="Shape 88"/>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1" name="Shape 89"/>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2" name="Shape 90"/>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3" name="Shape 91"/>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4" name="Shape 92"/>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5" name="Shape 93"/>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6" name="Shape 94"/>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7" name="Shape 95"/>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8" name="Shape 96"/>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9" name="Shape 97"/>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0" name="Shape 98"/>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1" name="Shape 99"/>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2" name="Shape 100"/>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3" name="Shape 101"/>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4" name="Shape 102"/>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5" name="Shape 103"/>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6" name="Shape 104"/>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7" name="Shape 105"/>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8" name="Shape 106"/>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9" name="Shape 107"/>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0" name="Shape 108"/>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1" name="Shape 109"/>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2" name="Shape 110"/>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3" name="Shape 111"/>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4" name="Shape 112"/>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5" name="Shape 113"/>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6" name="Shape 114"/>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7" name="Shape 115"/>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8" name="Shape 116"/>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9" name="Shape 117"/>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0" name="Shape 118"/>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1" name="Shape 119"/>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2" name="Shape 120"/>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3" name="Shape 121"/>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4" name="Shape 122"/>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5" name="Shape 123"/>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6" name="Shape 124"/>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7" name="Shape 125"/>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8" name="Shape 126"/>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9" name="Shape 127"/>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0" name="Shape 128"/>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1" name="Shape 129"/>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2" name="Shape 130"/>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3" name="Shape 131"/>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4" name="Shape 132"/>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5" name="Shape 133"/>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6" name="Shape 134"/>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7" name="Shape 135"/>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8" name="Shape 136"/>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9" name="Shape 137"/>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0" name="Shape 138"/>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1" name="Shape 139"/>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2" name="Shape 140"/>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3" name="Shape 141"/>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4" name="Shape 142"/>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5" name="Shape 143"/>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6" name="Shape 144"/>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7" name="Shape 145"/>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8" name="Shape 146"/>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9" name="Shape 147"/>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0" name="Shape 148"/>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1" name="Shape 149"/>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2" name="Shape 150"/>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3" name="Shape 151"/>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4" name="Shape 152"/>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5" name="Shape 153"/>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6" name="Shape 154"/>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7" name="Shape 155"/>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8" name="Shape 156"/>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9" name="Shape 157"/>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0" name="Shape 158"/>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1" name="Shape 159"/>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2" name="Shape 160"/>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3" name="Shape 161"/>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4" name="Shape 162"/>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5" name="Shape 163"/>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6" name="Shape 164"/>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7" name="Shape 165"/>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8" name="Shape 166"/>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9" name="Shape 167"/>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0" name="Shape 168"/>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1" name="Shape 169"/>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2" name="Shape 170"/>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3" name="Shape 171"/>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4" name="Shape 172"/>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5" name="Shape 173"/>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6" name="Shape 174"/>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7" name="Shape 175"/>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8" name="Shape 176"/>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9" name="Shape 177"/>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0" name="Shape 178"/>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1" name="Shape 179"/>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2" name="Shape 180"/>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3" name="Shape 181"/>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4" name="Shape 182"/>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5" name="Shape 183"/>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6" name="Shape 184"/>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7" name="Shape 185"/>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8" name="Shape 186"/>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9" name="Shape 187"/>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0" name="Shape 188"/>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1" name="Shape 189"/>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2" name="Shape 190"/>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3" name="Shape 191"/>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4" name="Shape 192"/>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5" name="Shape 193"/>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6" name="Shape 194"/>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7" name="Shape 195"/>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8" name="Shape 196"/>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9" name="Shape 197"/>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0" name="Shape 198"/>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1" name="Shape 199"/>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2" name="Shape 200"/>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3" name="Shape 201"/>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4" name="Shape 202"/>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5" name="Shape 203"/>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6" name="Shape 204"/>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7" name="Shape 205"/>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8" name="Shape 206"/>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9" name="Shape 207"/>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0" name="Shape 208"/>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1" name="Shape 209"/>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2" name="Shape 210"/>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3" name="Shape 211"/>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4" name="Shape 212"/>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5" name="Shape 213"/>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6" name="Shape 214"/>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7" name="Shape 215"/>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8" name="Shape 216"/>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9" name="Shape 217"/>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0" name="Shape 218"/>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1" name="Shape 219"/>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2" name="Shape 220"/>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3" name="Shape 221"/>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4" name="Shape 222"/>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5" name="Shape 223"/>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6" name="Shape 224"/>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7" name="Shape 225"/>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8" name="Shape 226"/>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9" name="Shape 227"/>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0" name="Shape 228"/>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1" name="Shape 229"/>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2" name="Shape 230"/>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3" name="Shape 231"/>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4" name="Shape 232"/>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5" name="Shape 233"/>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6" name="Shape 234"/>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7" name="Shape 235"/>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8" name="Shape 236"/>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9" name="Shape 237"/>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0" name="Shape 238"/>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1" name="Shape 239"/>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2" name="Shape 240"/>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3" name="Shape 241"/>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4" name="Shape 242"/>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5" name="Shape 243"/>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6" name="Shape 244"/>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7" name="Shape 245"/>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8" name="Shape 246"/>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9" name="Shape 247"/>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0" name="Shape 248"/>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1" name="Shape 249"/>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2" name="Shape 250"/>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3" name="Shape 251"/>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4" name="Shape 252"/>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5" name="Shape 253"/>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6" name="Shape 254"/>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7" name="Shape 255"/>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8" name="Shape 256"/>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9" name="Shape 257"/>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0" name="Shape 258"/>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1" name="Shape 259"/>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2" name="Shape 260"/>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3" name="Shape 261"/>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4" name="Shape 262"/>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5" name="Shape 263"/>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6" name="Shape 264"/>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7" name="Shape 265"/>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8" name="Shape 266"/>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9" name="Shape 267"/>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0" name="Shape 268"/>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1" name="Shape 269"/>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2" name="Shape 270"/>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3" name="Shape 271"/>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4" name="Shape 272"/>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5" name="Shape 273"/>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6" name="Shape 274"/>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7" name="Shape 275"/>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8" name="Shape 276"/>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9" name="Shape 277"/>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0" name="Shape 278"/>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1" name="Shape 279"/>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2" name="Text 28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A — GOAL</a:t>
            </a:r>
            <a:endParaRPr lang="en-US" sz="933" dirty="0">
              <a:solidFill>
                <a:prstClr val="black"/>
              </a:solidFill>
              <a:latin typeface="Calibri" panose="020F0502020204030204"/>
            </a:endParaRPr>
          </a:p>
        </p:txBody>
      </p:sp>
      <p:sp>
        <p:nvSpPr>
          <p:cNvPr id="283" name="Text 28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Why Urban 3D Path Planning Matters</a:t>
            </a:r>
            <a:endParaRPr lang="en-US" sz="3733" dirty="0">
              <a:solidFill>
                <a:prstClr val="black"/>
              </a:solidFill>
              <a:latin typeface="Calibri" panose="020F0502020204030204"/>
            </a:endParaRPr>
          </a:p>
        </p:txBody>
      </p:sp>
      <p:sp>
        <p:nvSpPr>
          <p:cNvPr id="284" name="Shape 282"/>
          <p:cNvSpPr/>
          <p:nvPr/>
        </p:nvSpPr>
        <p:spPr>
          <a:xfrm>
            <a:off x="548640" y="1645920"/>
            <a:ext cx="36576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285" name="Shape 283"/>
          <p:cNvSpPr/>
          <p:nvPr/>
        </p:nvSpPr>
        <p:spPr>
          <a:xfrm>
            <a:off x="54864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86" name="Text 284"/>
          <p:cNvSpPr/>
          <p:nvPr/>
        </p:nvSpPr>
        <p:spPr>
          <a:xfrm>
            <a:off x="694944" y="2011680"/>
            <a:ext cx="2267712" cy="670560"/>
          </a:xfrm>
          <a:prstGeom prst="rect">
            <a:avLst/>
          </a:prstGeom>
          <a:noFill/>
          <a:ln/>
        </p:spPr>
        <p:txBody>
          <a:bodyPr wrap="square" lIns="0" tIns="0" rIns="0" bIns="0" rtlCol="0" anchor="ctr"/>
          <a:lstStyle/>
          <a:p>
            <a:pPr algn="ctr" defTabSz="1219170"/>
            <a:r>
              <a:rPr lang="en-US" sz="4800" b="1" dirty="0">
                <a:solidFill>
                  <a:srgbClr val="00C8E8"/>
                </a:solidFill>
                <a:latin typeface="Calibri" pitchFamily="34" charset="0"/>
                <a:ea typeface="Calibri" pitchFamily="34" charset="-122"/>
                <a:cs typeface="Calibri" pitchFamily="34" charset="-120"/>
              </a:rPr>
              <a:t>73%</a:t>
            </a:r>
            <a:endParaRPr lang="en-US" sz="4800" dirty="0">
              <a:solidFill>
                <a:prstClr val="black"/>
              </a:solidFill>
              <a:latin typeface="Calibri" panose="020F0502020204030204"/>
            </a:endParaRPr>
          </a:p>
        </p:txBody>
      </p:sp>
      <p:sp>
        <p:nvSpPr>
          <p:cNvPr id="287" name="Text 285"/>
          <p:cNvSpPr/>
          <p:nvPr/>
        </p:nvSpPr>
        <p:spPr>
          <a:xfrm>
            <a:off x="64617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Urban Population by 2050</a:t>
            </a:r>
            <a:endParaRPr lang="en-US" sz="1333" dirty="0">
              <a:solidFill>
                <a:prstClr val="black"/>
              </a:solidFill>
              <a:latin typeface="Calibri" panose="020F0502020204030204"/>
            </a:endParaRPr>
          </a:p>
        </p:txBody>
      </p:sp>
      <p:sp>
        <p:nvSpPr>
          <p:cNvPr id="288" name="Shape 286"/>
          <p:cNvSpPr/>
          <p:nvPr/>
        </p:nvSpPr>
        <p:spPr>
          <a:xfrm>
            <a:off x="341376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89" name="Text 287"/>
          <p:cNvSpPr/>
          <p:nvPr/>
        </p:nvSpPr>
        <p:spPr>
          <a:xfrm>
            <a:off x="3560064" y="2011680"/>
            <a:ext cx="2267712" cy="670560"/>
          </a:xfrm>
          <a:prstGeom prst="rect">
            <a:avLst/>
          </a:prstGeom>
          <a:noFill/>
          <a:ln/>
        </p:spPr>
        <p:txBody>
          <a:bodyPr wrap="square" lIns="0" tIns="0" rIns="0" bIns="0" rtlCol="0" anchor="ctr"/>
          <a:lstStyle/>
          <a:p>
            <a:pPr algn="ctr" defTabSz="1219170"/>
            <a:r>
              <a:rPr lang="en-US" sz="4800" b="1" dirty="0">
                <a:solidFill>
                  <a:srgbClr val="8B5CF6"/>
                </a:solidFill>
                <a:latin typeface="Calibri" pitchFamily="34" charset="0"/>
                <a:ea typeface="Calibri" pitchFamily="34" charset="-122"/>
                <a:cs typeface="Calibri" pitchFamily="34" charset="-120"/>
              </a:rPr>
              <a:t>12×</a:t>
            </a:r>
            <a:endParaRPr lang="en-US" sz="4800" dirty="0">
              <a:solidFill>
                <a:prstClr val="black"/>
              </a:solidFill>
              <a:latin typeface="Calibri" panose="020F0502020204030204"/>
            </a:endParaRPr>
          </a:p>
        </p:txBody>
      </p:sp>
      <p:sp>
        <p:nvSpPr>
          <p:cNvPr id="290" name="Text 288"/>
          <p:cNvSpPr/>
          <p:nvPr/>
        </p:nvSpPr>
        <p:spPr>
          <a:xfrm>
            <a:off x="351129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Drone Delivery Growth Projected</a:t>
            </a:r>
            <a:endParaRPr lang="en-US" sz="1333" dirty="0">
              <a:solidFill>
                <a:prstClr val="black"/>
              </a:solidFill>
              <a:latin typeface="Calibri" panose="020F0502020204030204"/>
            </a:endParaRPr>
          </a:p>
        </p:txBody>
      </p:sp>
      <p:sp>
        <p:nvSpPr>
          <p:cNvPr id="291" name="Shape 289"/>
          <p:cNvSpPr/>
          <p:nvPr/>
        </p:nvSpPr>
        <p:spPr>
          <a:xfrm>
            <a:off x="627888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92" name="Text 290"/>
          <p:cNvSpPr/>
          <p:nvPr/>
        </p:nvSpPr>
        <p:spPr>
          <a:xfrm>
            <a:off x="6425184" y="2011680"/>
            <a:ext cx="2267712" cy="670560"/>
          </a:xfrm>
          <a:prstGeom prst="rect">
            <a:avLst/>
          </a:prstGeom>
          <a:noFill/>
          <a:ln/>
        </p:spPr>
        <p:txBody>
          <a:bodyPr wrap="square" lIns="0" tIns="0" rIns="0" bIns="0" rtlCol="0" anchor="ctr"/>
          <a:lstStyle/>
          <a:p>
            <a:pPr algn="ctr" defTabSz="1219170"/>
            <a:r>
              <a:rPr lang="en-US" sz="4800" b="1" dirty="0">
                <a:solidFill>
                  <a:srgbClr val="00C896"/>
                </a:solidFill>
                <a:latin typeface="Calibri" pitchFamily="34" charset="0"/>
                <a:ea typeface="Calibri" pitchFamily="34" charset="-122"/>
                <a:cs typeface="Calibri" pitchFamily="34" charset="-120"/>
              </a:rPr>
              <a:t>3D</a:t>
            </a:r>
            <a:endParaRPr lang="en-US" sz="4800" dirty="0">
              <a:solidFill>
                <a:prstClr val="black"/>
              </a:solidFill>
              <a:latin typeface="Calibri" panose="020F0502020204030204"/>
            </a:endParaRPr>
          </a:p>
        </p:txBody>
      </p:sp>
      <p:sp>
        <p:nvSpPr>
          <p:cNvPr id="293" name="Text 291"/>
          <p:cNvSpPr/>
          <p:nvPr/>
        </p:nvSpPr>
        <p:spPr>
          <a:xfrm>
            <a:off x="637641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Navigation Complexity vs 2D</a:t>
            </a:r>
            <a:endParaRPr lang="en-US" sz="1333" dirty="0">
              <a:solidFill>
                <a:prstClr val="black"/>
              </a:solidFill>
              <a:latin typeface="Calibri" panose="020F0502020204030204"/>
            </a:endParaRPr>
          </a:p>
        </p:txBody>
      </p:sp>
      <p:sp>
        <p:nvSpPr>
          <p:cNvPr id="294" name="Shape 292"/>
          <p:cNvSpPr/>
          <p:nvPr/>
        </p:nvSpPr>
        <p:spPr>
          <a:xfrm>
            <a:off x="9144000" y="1889760"/>
            <a:ext cx="2560320" cy="158496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95" name="Text 293"/>
          <p:cNvSpPr/>
          <p:nvPr/>
        </p:nvSpPr>
        <p:spPr>
          <a:xfrm>
            <a:off x="9290304" y="2011680"/>
            <a:ext cx="2267712" cy="670560"/>
          </a:xfrm>
          <a:prstGeom prst="rect">
            <a:avLst/>
          </a:prstGeom>
          <a:noFill/>
          <a:ln/>
        </p:spPr>
        <p:txBody>
          <a:bodyPr wrap="square" lIns="0" tIns="0" rIns="0" bIns="0" rtlCol="0" anchor="ctr"/>
          <a:lstStyle/>
          <a:p>
            <a:pPr algn="ctr" defTabSz="1219170"/>
            <a:r>
              <a:rPr lang="en-US" sz="4800" b="1" dirty="0">
                <a:solidFill>
                  <a:srgbClr val="F5A623"/>
                </a:solidFill>
                <a:latin typeface="Calibri" pitchFamily="34" charset="0"/>
                <a:ea typeface="Calibri" pitchFamily="34" charset="-122"/>
                <a:cs typeface="Calibri" pitchFamily="34" charset="-120"/>
              </a:rPr>
              <a:t>↑ Safety</a:t>
            </a:r>
            <a:endParaRPr lang="en-US" sz="4800" dirty="0">
              <a:solidFill>
                <a:prstClr val="black"/>
              </a:solidFill>
              <a:latin typeface="Calibri" panose="020F0502020204030204"/>
            </a:endParaRPr>
          </a:p>
        </p:txBody>
      </p:sp>
      <p:sp>
        <p:nvSpPr>
          <p:cNvPr id="296" name="Text 294"/>
          <p:cNvSpPr/>
          <p:nvPr/>
        </p:nvSpPr>
        <p:spPr>
          <a:xfrm>
            <a:off x="9241536" y="2682240"/>
            <a:ext cx="2365248" cy="268224"/>
          </a:xfrm>
          <a:prstGeom prst="rect">
            <a:avLst/>
          </a:prstGeom>
          <a:noFill/>
          <a:ln/>
        </p:spPr>
        <p:txBody>
          <a:bodyPr wrap="square" lIns="0" tIns="0" rIns="0" bIns="0" rtlCol="0" anchor="ctr"/>
          <a:lstStyle/>
          <a:p>
            <a:pPr algn="ctr" defTabSz="1219170"/>
            <a:r>
              <a:rPr lang="en-US" sz="1333" b="1" dirty="0">
                <a:solidFill>
                  <a:srgbClr val="FFFFFF"/>
                </a:solidFill>
                <a:latin typeface="Calibri" pitchFamily="34" charset="0"/>
                <a:ea typeface="Calibri" pitchFamily="34" charset="-122"/>
                <a:cs typeface="Calibri" pitchFamily="34" charset="-120"/>
              </a:rPr>
              <a:t>No-Fly Zone Compliance Critical</a:t>
            </a:r>
            <a:endParaRPr lang="en-US" sz="1333" dirty="0">
              <a:solidFill>
                <a:prstClr val="black"/>
              </a:solidFill>
              <a:latin typeface="Calibri" panose="020F0502020204030204"/>
            </a:endParaRPr>
          </a:p>
        </p:txBody>
      </p:sp>
      <p:sp>
        <p:nvSpPr>
          <p:cNvPr id="297" name="Shape 295"/>
          <p:cNvSpPr/>
          <p:nvPr/>
        </p:nvSpPr>
        <p:spPr>
          <a:xfrm>
            <a:off x="548640" y="375513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98" name="Shape 296"/>
          <p:cNvSpPr/>
          <p:nvPr/>
        </p:nvSpPr>
        <p:spPr>
          <a:xfrm>
            <a:off x="548640" y="375513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299" name="Text 297"/>
          <p:cNvSpPr/>
          <p:nvPr/>
        </p:nvSpPr>
        <p:spPr>
          <a:xfrm>
            <a:off x="792480" y="377952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Urban airspace is rapidly becoming contested as autonomous delivery systems proliferate.</a:t>
            </a:r>
            <a:endParaRPr lang="en-US" sz="1467" dirty="0">
              <a:solidFill>
                <a:prstClr val="black"/>
              </a:solidFill>
              <a:latin typeface="Calibri" panose="020F0502020204030204"/>
            </a:endParaRPr>
          </a:p>
        </p:txBody>
      </p:sp>
      <p:sp>
        <p:nvSpPr>
          <p:cNvPr id="300" name="Shape 298"/>
          <p:cNvSpPr/>
          <p:nvPr/>
        </p:nvSpPr>
        <p:spPr>
          <a:xfrm>
            <a:off x="548640" y="442569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1" name="Shape 299"/>
          <p:cNvSpPr/>
          <p:nvPr/>
        </p:nvSpPr>
        <p:spPr>
          <a:xfrm>
            <a:off x="548640" y="442569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02" name="Text 300"/>
          <p:cNvSpPr/>
          <p:nvPr/>
        </p:nvSpPr>
        <p:spPr>
          <a:xfrm>
            <a:off x="792480" y="445008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3D obstacle avoidance in dense cityscapes demands computationally efficient, robust path planners.</a:t>
            </a:r>
            <a:endParaRPr lang="en-US" sz="1467" dirty="0">
              <a:solidFill>
                <a:prstClr val="black"/>
              </a:solidFill>
              <a:latin typeface="Calibri" panose="020F0502020204030204"/>
            </a:endParaRPr>
          </a:p>
        </p:txBody>
      </p:sp>
      <p:sp>
        <p:nvSpPr>
          <p:cNvPr id="303" name="Shape 301"/>
          <p:cNvSpPr/>
          <p:nvPr/>
        </p:nvSpPr>
        <p:spPr>
          <a:xfrm>
            <a:off x="548640" y="509625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4" name="Shape 302"/>
          <p:cNvSpPr/>
          <p:nvPr/>
        </p:nvSpPr>
        <p:spPr>
          <a:xfrm>
            <a:off x="548640" y="509625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05" name="Text 303"/>
          <p:cNvSpPr/>
          <p:nvPr/>
        </p:nvSpPr>
        <p:spPr>
          <a:xfrm>
            <a:off x="792480" y="512064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Regulatory frameworks require explicit no-fly zone modeling — a constraint 2D planners cannot satisfy.</a:t>
            </a:r>
            <a:endParaRPr lang="en-US" sz="1467" dirty="0">
              <a:solidFill>
                <a:prstClr val="black"/>
              </a:solidFill>
              <a:latin typeface="Calibri" panose="020F0502020204030204"/>
            </a:endParaRPr>
          </a:p>
        </p:txBody>
      </p:sp>
      <p:sp>
        <p:nvSpPr>
          <p:cNvPr id="306" name="Shape 304"/>
          <p:cNvSpPr/>
          <p:nvPr/>
        </p:nvSpPr>
        <p:spPr>
          <a:xfrm>
            <a:off x="548640" y="5766816"/>
            <a:ext cx="11094720" cy="57302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07" name="Shape 305"/>
          <p:cNvSpPr/>
          <p:nvPr/>
        </p:nvSpPr>
        <p:spPr>
          <a:xfrm>
            <a:off x="548640" y="5766816"/>
            <a:ext cx="67056" cy="57302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08" name="Text 306"/>
          <p:cNvSpPr/>
          <p:nvPr/>
        </p:nvSpPr>
        <p:spPr>
          <a:xfrm>
            <a:off x="792480" y="5791200"/>
            <a:ext cx="10607040" cy="512064"/>
          </a:xfrm>
          <a:prstGeom prst="rect">
            <a:avLst/>
          </a:prstGeom>
          <a:noFill/>
          <a:ln/>
        </p:spPr>
        <p:txBody>
          <a:bodyPr wrap="square" lIns="0" tIns="0" rIns="0" bIns="0" rtlCol="0" anchor="ctr"/>
          <a:lstStyle/>
          <a:p>
            <a:pPr defTabSz="1219170"/>
            <a:r>
              <a:rPr lang="en-US" sz="1467" dirty="0">
                <a:solidFill>
                  <a:srgbClr val="E8F4F8"/>
                </a:solidFill>
                <a:latin typeface="Calibri" pitchFamily="34" charset="0"/>
                <a:ea typeface="Calibri" pitchFamily="34" charset="-122"/>
                <a:cs typeface="Calibri" pitchFamily="34" charset="-120"/>
              </a:rPr>
              <a:t>Algorithm selection must balance path optimality, runtime performance, and safety margins simultaneously.</a:t>
            </a:r>
            <a:endParaRPr lang="en-US" sz="1467" dirty="0">
              <a:solidFill>
                <a:prstClr val="black"/>
              </a:solidFill>
              <a:latin typeface="Calibri" panose="020F0502020204030204"/>
            </a:endParaRPr>
          </a:p>
        </p:txBody>
      </p:sp>
      <p:sp>
        <p:nvSpPr>
          <p:cNvPr id="309" name="Shape 30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10" name="Text 30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A — GOAL</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Goal</a:t>
            </a:r>
            <a:endParaRPr lang="en-US" sz="3733" dirty="0">
              <a:solidFill>
                <a:prstClr val="black"/>
              </a:solidFill>
              <a:latin typeface="Calibri" panose="020F0502020204030204"/>
            </a:endParaRPr>
          </a:p>
        </p:txBody>
      </p:sp>
      <p:sp>
        <p:nvSpPr>
          <p:cNvPr id="4" name="Shape 2"/>
          <p:cNvSpPr/>
          <p:nvPr/>
        </p:nvSpPr>
        <p:spPr>
          <a:xfrm>
            <a:off x="548640" y="1645920"/>
            <a:ext cx="36576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53184"/>
            <a:ext cx="1109472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53184"/>
            <a:ext cx="340360" cy="1024128"/>
          </a:xfrm>
          <a:prstGeom prst="rect">
            <a:avLst/>
          </a:prstGeom>
          <a:solidFill>
            <a:srgbClr val="002060">
              <a:alpha val="85000"/>
            </a:srgbClr>
          </a:solidFill>
          <a:ln w="12700">
            <a:solidFill>
              <a:srgbClr val="00C8E8"/>
            </a:solidFill>
            <a:prstDash val="solid"/>
          </a:ln>
        </p:spPr>
        <p:txBody>
          <a:bodyPr/>
          <a:lstStyle/>
          <a:p>
            <a:pPr defTabSz="1219170"/>
            <a:endParaRPr lang="en-US" sz="2400" dirty="0">
              <a:solidFill>
                <a:prstClr val="black"/>
              </a:solidFill>
              <a:highlight>
                <a:srgbClr val="0000FF"/>
              </a:highlight>
              <a:latin typeface="Calibri" panose="020F0502020204030204"/>
            </a:endParaRPr>
          </a:p>
        </p:txBody>
      </p:sp>
      <p:sp>
        <p:nvSpPr>
          <p:cNvPr id="7" name="Text 5"/>
          <p:cNvSpPr/>
          <p:nvPr/>
        </p:nvSpPr>
        <p:spPr>
          <a:xfrm>
            <a:off x="548640" y="1853184"/>
            <a:ext cx="853440" cy="1024128"/>
          </a:xfrm>
          <a:prstGeom prst="rect">
            <a:avLst/>
          </a:prstGeom>
          <a:noFill/>
          <a:ln/>
        </p:spPr>
        <p:txBody>
          <a:bodyPr wrap="square" lIns="0" tIns="0" rIns="0" bIns="0" rtlCol="0" anchor="ctr"/>
          <a:lstStyle/>
          <a:p>
            <a:pPr algn="ctr" defTabSz="1219170"/>
            <a:endParaRPr lang="en-US" sz="1600" dirty="0">
              <a:solidFill>
                <a:prstClr val="black"/>
              </a:solidFill>
              <a:latin typeface="Calibri" panose="020F0502020204030204"/>
            </a:endParaRPr>
          </a:p>
        </p:txBody>
      </p:sp>
      <p:sp>
        <p:nvSpPr>
          <p:cNvPr id="8" name="Text 6"/>
          <p:cNvSpPr/>
          <p:nvPr/>
        </p:nvSpPr>
        <p:spPr>
          <a:xfrm>
            <a:off x="1016000" y="1914144"/>
            <a:ext cx="10420096" cy="902208"/>
          </a:xfrm>
          <a:prstGeom prst="rect">
            <a:avLst/>
          </a:prstGeom>
          <a:noFill/>
          <a:ln/>
        </p:spPr>
        <p:txBody>
          <a:bodyPr wrap="square" lIns="0" tIns="0" rIns="0" bIns="0" rtlCol="0" anchor="ctr"/>
          <a:lstStyle/>
          <a:p>
            <a:pPr defTabSz="1219170"/>
            <a:r>
              <a:rPr lang="en-US" i="1" dirty="0">
                <a:solidFill>
                  <a:schemeClr val="bg1"/>
                </a:solidFill>
              </a:rPr>
              <a:t>Compare visibility-graph Dijkstra and buffer-field 3D A* on a dense urban model with five OD pairs and four clearance levels, and recommend VG + Dijkstra for Hong Kong–style city-scale UAM and buffer + A* for shorter, grid-refined routes.</a:t>
            </a:r>
            <a:endParaRPr lang="en-US" sz="1600" dirty="0">
              <a:solidFill>
                <a:prstClr val="black"/>
              </a:solidFill>
              <a:latin typeface="Calibri" panose="020F0502020204030204"/>
            </a:endParaRPr>
          </a:p>
        </p:txBody>
      </p:sp>
      <p:grpSp>
        <p:nvGrpSpPr>
          <p:cNvPr id="23" name="Group 22">
            <a:extLst>
              <a:ext uri="{FF2B5EF4-FFF2-40B4-BE49-F238E27FC236}">
                <a16:creationId xmlns:a16="http://schemas.microsoft.com/office/drawing/2014/main" id="{CF9F7619-EA1D-F8D6-0F55-9370D3F9ED77}"/>
              </a:ext>
            </a:extLst>
          </p:cNvPr>
          <p:cNvGrpSpPr/>
          <p:nvPr/>
        </p:nvGrpSpPr>
        <p:grpSpPr>
          <a:xfrm>
            <a:off x="848867" y="3023616"/>
            <a:ext cx="10754362" cy="1024128"/>
            <a:chOff x="888998" y="3023616"/>
            <a:chExt cx="10754362" cy="1024128"/>
          </a:xfrm>
        </p:grpSpPr>
        <p:sp>
          <p:nvSpPr>
            <p:cNvPr id="9" name="Shape 7"/>
            <p:cNvSpPr/>
            <p:nvPr/>
          </p:nvSpPr>
          <p:spPr>
            <a:xfrm>
              <a:off x="889000" y="3023616"/>
              <a:ext cx="1075436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0" name="Shape 8"/>
            <p:cNvSpPr/>
            <p:nvPr/>
          </p:nvSpPr>
          <p:spPr>
            <a:xfrm>
              <a:off x="889000" y="3023616"/>
              <a:ext cx="513080" cy="1024128"/>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11" name="Text 9"/>
            <p:cNvSpPr/>
            <p:nvPr/>
          </p:nvSpPr>
          <p:spPr>
            <a:xfrm>
              <a:off x="888998" y="3023616"/>
              <a:ext cx="513081" cy="1024128"/>
            </a:xfrm>
            <a:prstGeom prst="rect">
              <a:avLst/>
            </a:prstGeom>
            <a:noFill/>
            <a:ln/>
          </p:spPr>
          <p:txBody>
            <a:bodyPr wrap="square" lIns="0" tIns="0" rIns="0" bIns="0" rtlCol="0" anchor="ctr"/>
            <a:lstStyle/>
            <a:p>
              <a:pPr algn="ctr" defTabSz="1219170"/>
              <a:r>
                <a:rPr lang="en-US" sz="1600" b="1" dirty="0">
                  <a:solidFill>
                    <a:srgbClr val="00C8E8"/>
                  </a:solidFill>
                  <a:latin typeface="Calibri" pitchFamily="34" charset="0"/>
                  <a:ea typeface="Calibri" pitchFamily="34" charset="-122"/>
                  <a:cs typeface="Calibri" pitchFamily="34" charset="-120"/>
                </a:rPr>
                <a:t>O1</a:t>
              </a:r>
              <a:endParaRPr lang="en-US" sz="1600" dirty="0">
                <a:solidFill>
                  <a:prstClr val="black"/>
                </a:solidFill>
                <a:latin typeface="Calibri" panose="020F0502020204030204"/>
              </a:endParaRPr>
            </a:p>
          </p:txBody>
        </p:sp>
        <p:sp>
          <p:nvSpPr>
            <p:cNvPr id="12" name="Text 10"/>
            <p:cNvSpPr/>
            <p:nvPr/>
          </p:nvSpPr>
          <p:spPr>
            <a:xfrm>
              <a:off x="1560576" y="3084576"/>
              <a:ext cx="9875520" cy="902208"/>
            </a:xfrm>
            <a:prstGeom prst="rect">
              <a:avLst/>
            </a:prstGeom>
            <a:noFill/>
            <a:ln/>
          </p:spPr>
          <p:txBody>
            <a:bodyPr wrap="square" lIns="0" tIns="0" rIns="0" bIns="0" rtlCol="0" anchor="ctr"/>
            <a:lstStyle/>
            <a:p>
              <a:pPr defTabSz="1219170"/>
              <a:r>
                <a:rPr lang="en-US" dirty="0">
                  <a:solidFill>
                    <a:schemeClr val="bg1"/>
                  </a:solidFill>
                </a:rPr>
                <a:t>Understand Pipeline A : </a:t>
              </a:r>
              <a:r>
                <a:rPr lang="en-US" sz="1600" dirty="0">
                  <a:solidFill>
                    <a:schemeClr val="bg1"/>
                  </a:solidFill>
                </a:rPr>
                <a:t>cuboid NFZs → visibility graph → Dijkstra</a:t>
              </a:r>
              <a:endParaRPr lang="en-US" sz="1600" dirty="0">
                <a:solidFill>
                  <a:schemeClr val="bg1"/>
                </a:solidFill>
                <a:latin typeface="Calibri" panose="020F0502020204030204"/>
              </a:endParaRPr>
            </a:p>
          </p:txBody>
        </p:sp>
      </p:grpSp>
      <p:sp>
        <p:nvSpPr>
          <p:cNvPr id="21" name="Shape 19"/>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2" name="Text 20"/>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24" name="Group 23">
            <a:extLst>
              <a:ext uri="{FF2B5EF4-FFF2-40B4-BE49-F238E27FC236}">
                <a16:creationId xmlns:a16="http://schemas.microsoft.com/office/drawing/2014/main" id="{8F23CD69-0851-99CA-E7B6-C282940D2612}"/>
              </a:ext>
            </a:extLst>
          </p:cNvPr>
          <p:cNvGrpSpPr/>
          <p:nvPr/>
        </p:nvGrpSpPr>
        <p:grpSpPr>
          <a:xfrm>
            <a:off x="848867" y="4157472"/>
            <a:ext cx="10754362" cy="1024128"/>
            <a:chOff x="888998" y="3023616"/>
            <a:chExt cx="10754362" cy="1024128"/>
          </a:xfrm>
        </p:grpSpPr>
        <p:sp>
          <p:nvSpPr>
            <p:cNvPr id="25" name="Shape 7">
              <a:extLst>
                <a:ext uri="{FF2B5EF4-FFF2-40B4-BE49-F238E27FC236}">
                  <a16:creationId xmlns:a16="http://schemas.microsoft.com/office/drawing/2014/main" id="{B340E6E0-CAB5-CB12-069B-59339F8FFEC9}"/>
                </a:ext>
              </a:extLst>
            </p:cNvPr>
            <p:cNvSpPr/>
            <p:nvPr/>
          </p:nvSpPr>
          <p:spPr>
            <a:xfrm>
              <a:off x="889000" y="3023616"/>
              <a:ext cx="1075436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6" name="Shape 8">
              <a:extLst>
                <a:ext uri="{FF2B5EF4-FFF2-40B4-BE49-F238E27FC236}">
                  <a16:creationId xmlns:a16="http://schemas.microsoft.com/office/drawing/2014/main" id="{902FA080-9ABD-6972-0CD5-2EE0546F4FF3}"/>
                </a:ext>
              </a:extLst>
            </p:cNvPr>
            <p:cNvSpPr/>
            <p:nvPr/>
          </p:nvSpPr>
          <p:spPr>
            <a:xfrm>
              <a:off x="889000" y="3023616"/>
              <a:ext cx="513080" cy="1024128"/>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27" name="Text 9">
              <a:extLst>
                <a:ext uri="{FF2B5EF4-FFF2-40B4-BE49-F238E27FC236}">
                  <a16:creationId xmlns:a16="http://schemas.microsoft.com/office/drawing/2014/main" id="{D2A6058C-3E23-5C78-792F-7D44BC572C2A}"/>
                </a:ext>
              </a:extLst>
            </p:cNvPr>
            <p:cNvSpPr/>
            <p:nvPr/>
          </p:nvSpPr>
          <p:spPr>
            <a:xfrm>
              <a:off x="888998" y="3023616"/>
              <a:ext cx="513081" cy="1024128"/>
            </a:xfrm>
            <a:prstGeom prst="rect">
              <a:avLst/>
            </a:prstGeom>
            <a:noFill/>
            <a:ln/>
          </p:spPr>
          <p:txBody>
            <a:bodyPr wrap="square" lIns="0" tIns="0" rIns="0" bIns="0" rtlCol="0" anchor="ctr"/>
            <a:lstStyle/>
            <a:p>
              <a:pPr algn="ctr" defTabSz="1219170"/>
              <a:r>
                <a:rPr lang="en-US" sz="1600" b="1" dirty="0">
                  <a:solidFill>
                    <a:srgbClr val="00C8E8"/>
                  </a:solidFill>
                  <a:latin typeface="Calibri" pitchFamily="34" charset="0"/>
                  <a:ea typeface="Calibri" pitchFamily="34" charset="-122"/>
                  <a:cs typeface="Calibri" pitchFamily="34" charset="-120"/>
                </a:rPr>
                <a:t>O2</a:t>
              </a:r>
              <a:endParaRPr lang="en-US" sz="1600" dirty="0">
                <a:solidFill>
                  <a:prstClr val="black"/>
                </a:solidFill>
                <a:latin typeface="Calibri" panose="020F0502020204030204"/>
              </a:endParaRPr>
            </a:p>
          </p:txBody>
        </p:sp>
        <p:sp>
          <p:nvSpPr>
            <p:cNvPr id="28" name="Text 10">
              <a:extLst>
                <a:ext uri="{FF2B5EF4-FFF2-40B4-BE49-F238E27FC236}">
                  <a16:creationId xmlns:a16="http://schemas.microsoft.com/office/drawing/2014/main" id="{3F0171D4-B391-071E-0D68-68F04F16E6CF}"/>
                </a:ext>
              </a:extLst>
            </p:cNvPr>
            <p:cNvSpPr/>
            <p:nvPr/>
          </p:nvSpPr>
          <p:spPr>
            <a:xfrm>
              <a:off x="1560576" y="3084576"/>
              <a:ext cx="9875520" cy="902208"/>
            </a:xfrm>
            <a:prstGeom prst="rect">
              <a:avLst/>
            </a:prstGeom>
            <a:noFill/>
            <a:ln/>
          </p:spPr>
          <p:txBody>
            <a:bodyPr wrap="square" lIns="0" tIns="0" rIns="0" bIns="0" rtlCol="0" anchor="ctr"/>
            <a:lstStyle/>
            <a:p>
              <a:pPr defTabSz="1219170"/>
              <a:r>
                <a:rPr lang="en-US" dirty="0">
                  <a:solidFill>
                    <a:schemeClr val="bg1"/>
                  </a:solidFill>
                </a:rPr>
                <a:t>Understand Pipeline B : </a:t>
              </a:r>
              <a:r>
                <a:rPr lang="en-US" sz="1600" dirty="0">
                  <a:solidFill>
                    <a:schemeClr val="bg1"/>
                  </a:solidFill>
                </a:rPr>
                <a:t>height &amp; buffer raster → 3D A*</a:t>
              </a:r>
            </a:p>
          </p:txBody>
        </p:sp>
      </p:grpSp>
      <p:grpSp>
        <p:nvGrpSpPr>
          <p:cNvPr id="29" name="Group 28">
            <a:extLst>
              <a:ext uri="{FF2B5EF4-FFF2-40B4-BE49-F238E27FC236}">
                <a16:creationId xmlns:a16="http://schemas.microsoft.com/office/drawing/2014/main" id="{37F73ED8-457C-E08D-3116-6265DD08CA80}"/>
              </a:ext>
            </a:extLst>
          </p:cNvPr>
          <p:cNvGrpSpPr/>
          <p:nvPr/>
        </p:nvGrpSpPr>
        <p:grpSpPr>
          <a:xfrm>
            <a:off x="848867" y="5313003"/>
            <a:ext cx="10754362" cy="1024128"/>
            <a:chOff x="888998" y="3023616"/>
            <a:chExt cx="10754362" cy="1024128"/>
          </a:xfrm>
        </p:grpSpPr>
        <p:sp>
          <p:nvSpPr>
            <p:cNvPr id="30" name="Shape 7">
              <a:extLst>
                <a:ext uri="{FF2B5EF4-FFF2-40B4-BE49-F238E27FC236}">
                  <a16:creationId xmlns:a16="http://schemas.microsoft.com/office/drawing/2014/main" id="{E29FE966-CD34-E531-0A4E-4D3527A8FE95}"/>
                </a:ext>
              </a:extLst>
            </p:cNvPr>
            <p:cNvSpPr/>
            <p:nvPr/>
          </p:nvSpPr>
          <p:spPr>
            <a:xfrm>
              <a:off x="889000" y="3023616"/>
              <a:ext cx="10754360" cy="102412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1" name="Shape 8">
              <a:extLst>
                <a:ext uri="{FF2B5EF4-FFF2-40B4-BE49-F238E27FC236}">
                  <a16:creationId xmlns:a16="http://schemas.microsoft.com/office/drawing/2014/main" id="{D38A1E31-9F17-B8C7-EF3F-04A47E49EA04}"/>
                </a:ext>
              </a:extLst>
            </p:cNvPr>
            <p:cNvSpPr/>
            <p:nvPr/>
          </p:nvSpPr>
          <p:spPr>
            <a:xfrm>
              <a:off x="889000" y="3023616"/>
              <a:ext cx="513080" cy="1024128"/>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2" name="Text 9">
              <a:extLst>
                <a:ext uri="{FF2B5EF4-FFF2-40B4-BE49-F238E27FC236}">
                  <a16:creationId xmlns:a16="http://schemas.microsoft.com/office/drawing/2014/main" id="{8430000B-50F9-7574-60E1-C49C2E917E5D}"/>
                </a:ext>
              </a:extLst>
            </p:cNvPr>
            <p:cNvSpPr/>
            <p:nvPr/>
          </p:nvSpPr>
          <p:spPr>
            <a:xfrm>
              <a:off x="888998" y="3023616"/>
              <a:ext cx="513081" cy="1024128"/>
            </a:xfrm>
            <a:prstGeom prst="rect">
              <a:avLst/>
            </a:prstGeom>
            <a:noFill/>
            <a:ln/>
          </p:spPr>
          <p:txBody>
            <a:bodyPr wrap="square" lIns="0" tIns="0" rIns="0" bIns="0" rtlCol="0" anchor="ctr"/>
            <a:lstStyle/>
            <a:p>
              <a:pPr algn="ctr" defTabSz="1219170"/>
              <a:r>
                <a:rPr lang="en-US" sz="1600" b="1" dirty="0">
                  <a:solidFill>
                    <a:srgbClr val="00C8E8"/>
                  </a:solidFill>
                  <a:latin typeface="Calibri" pitchFamily="34" charset="0"/>
                  <a:ea typeface="Calibri" pitchFamily="34" charset="-122"/>
                  <a:cs typeface="Calibri" pitchFamily="34" charset="-120"/>
                </a:rPr>
                <a:t>O3</a:t>
              </a:r>
              <a:endParaRPr lang="en-US" sz="1600" dirty="0">
                <a:solidFill>
                  <a:prstClr val="black"/>
                </a:solidFill>
                <a:latin typeface="Calibri" panose="020F0502020204030204"/>
              </a:endParaRPr>
            </a:p>
          </p:txBody>
        </p:sp>
        <p:sp>
          <p:nvSpPr>
            <p:cNvPr id="33" name="Text 10">
              <a:extLst>
                <a:ext uri="{FF2B5EF4-FFF2-40B4-BE49-F238E27FC236}">
                  <a16:creationId xmlns:a16="http://schemas.microsoft.com/office/drawing/2014/main" id="{F2AB9914-CA4D-C95B-838B-D6E435B67747}"/>
                </a:ext>
              </a:extLst>
            </p:cNvPr>
            <p:cNvSpPr/>
            <p:nvPr/>
          </p:nvSpPr>
          <p:spPr>
            <a:xfrm>
              <a:off x="1560576" y="3084576"/>
              <a:ext cx="9875520" cy="902208"/>
            </a:xfrm>
            <a:prstGeom prst="rect">
              <a:avLst/>
            </a:prstGeom>
            <a:noFill/>
            <a:ln/>
          </p:spPr>
          <p:txBody>
            <a:bodyPr wrap="square" lIns="0" tIns="0" rIns="0" bIns="0" rtlCol="0" anchor="ctr"/>
            <a:lstStyle/>
            <a:p>
              <a:pPr defTabSz="1219170"/>
              <a:r>
                <a:rPr lang="en-US" sz="1600" dirty="0">
                  <a:solidFill>
                    <a:srgbClr val="E8F4F8"/>
                  </a:solidFill>
                  <a:latin typeface="Calibri" pitchFamily="34" charset="0"/>
                  <a:ea typeface="Calibri" pitchFamily="34" charset="-122"/>
                  <a:cs typeface="Calibri" pitchFamily="34" charset="-120"/>
                </a:rPr>
                <a:t>Understanding which pipeline is suitable for this use case.</a:t>
              </a:r>
              <a:endParaRPr lang="en-US" sz="1600" dirty="0">
                <a:solidFill>
                  <a:prstClr val="black"/>
                </a:solidFill>
                <a:latin typeface="Calibri" panose="020F0502020204030204"/>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F9993FF-7431-2A0A-1E2F-EA2C89B4A3F5}"/>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5F889271-9754-70E2-FE41-C76E9E1AC486}"/>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50A81BED-B410-95D1-5B54-896E014ED826}"/>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C46B52C1-DB71-20AF-8D6B-CE64E8A55C3B}"/>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175E21BE-1589-7BB5-F054-26465AF85924}"/>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5E056ED8-B07A-9BE2-013A-AC300D115626}"/>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6879B372-9E64-EF1B-F103-CEF15A03EF95}"/>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C08B4EDE-489F-9B62-5C7A-8A1CAB32A02F}"/>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664D18D1-B3F7-FCBC-A420-475C55EF44E0}"/>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72857D8F-623A-2D40-D05E-0301852B6A6B}"/>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D0BA9298-5908-0EF0-61E6-AD6612060A8B}"/>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2D6C860A-10D4-FDB6-36B0-EFE35DEEDB7E}"/>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785E5951-5F1C-8FD9-5923-C2723838E4F1}"/>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107C0152-1067-0076-FEAD-1386D7759434}"/>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64AF26C8-C178-A66E-9941-8AE4D3937DBA}"/>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C043591D-C9B0-E21E-DCF0-7500B0FABE97}"/>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FDC7D840-CBB8-3EEE-0447-494D6418CC46}"/>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07BE8A9A-797B-69DB-289C-009D514E6A3C}"/>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4D301898-A041-EFFF-C9BB-D7E79352BFB7}"/>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68E85C29-156C-CAF8-C744-BB082C9818CB}"/>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151782BB-F527-9CE1-F099-01FF51F900BD}"/>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1C966281-55F8-EDCF-21C0-A123901410EF}"/>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24470661-29C6-7CD1-DF58-6590BA22FDD3}"/>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0D14BBEE-F47C-708D-775C-10B13F6F765A}"/>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267738BB-2964-3F7E-C7BD-9B4672AA65CA}"/>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FF1BDADB-A175-5CDA-0F71-DF729C2D1662}"/>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53A50F0D-21CC-DEEF-BC44-EC5BC84B6D9D}"/>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60D4B77D-BAD3-485B-A348-25DF74CA0B58}"/>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4FF0CC5A-5799-08FD-63A5-439E2846B948}"/>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C6CE82E9-6372-F263-EF1E-524586C55CD6}"/>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B5C7693D-9E7B-5E8D-9528-9347B615C24C}"/>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153FB368-EC2B-13AE-69E5-C99559E0E949}"/>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664405FF-066A-6521-D5CE-03A13B7BBFAE}"/>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D9C9916-AAFE-44A0-CAA9-9C5EBB352B83}"/>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1D9C5807-5E9D-6E1D-EDF7-BA87DA8BE476}"/>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0285C201-BCE2-50A4-585C-9E4FE238FBCF}"/>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DFFD967F-3882-FF9E-D6D2-86678431EFCD}"/>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4E6B60CE-AB80-E6FB-DAF7-44FD4183EEC3}"/>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0A337F7D-2275-015B-06E8-A7CC90B6CD54}"/>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2C329C1C-240E-80E2-A601-7318FB04AAA1}"/>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B80CBFAF-0E19-F4FF-2013-9A1309AC3C77}"/>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9CEED1C1-D135-BD19-E913-AC8334574E1F}"/>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DDA987C1-4572-F9ED-30B4-F2B00CB511A8}"/>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36FD7C6B-1C1A-9823-4C8E-84E89BB81D52}"/>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E22573D8-A02F-A65B-3A70-E97A072BFBA6}"/>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59CFE133-D46F-1617-1E61-3A367712F724}"/>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5951FA6A-4002-367A-798D-9A2E9C2759F4}"/>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28AACD5B-FC25-8ECD-F527-41B22E5DE183}"/>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F4AADC0F-9BE3-42D0-F934-4920D28BE531}"/>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3C57E817-6471-D19A-E93A-3D1D23024704}"/>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E0D30A87-FF9C-12D0-A84D-75965B5C8619}"/>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ECADD176-EB4D-31AF-E3AE-F77153D9E300}"/>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A306BA39-9D2D-97BF-32A8-D60F8E123BBB}"/>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888DF1EA-A48D-FD9A-EB68-51713A0EED17}"/>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C19E264E-7A1E-B175-EAC2-51C19622730A}"/>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2ADC701A-9331-B7C3-03CB-1740AB0BE7F5}"/>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23D3ED9F-2E1B-94F9-8FEC-5BF33F82D3DF}"/>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B7FF2DF9-C261-E790-04F5-7B10BE51DA73}"/>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5EB712AD-B83F-CB1F-9B29-0DCCF9A97929}"/>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E18A8EAE-DFEF-AEFA-41BB-86F3359808BF}"/>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1FA78060-AF63-9AB8-FE56-8691815AAE61}"/>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DA75C375-68B5-26E6-BF76-558627388404}"/>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D663D9C9-8008-D289-C22C-2CB2AC426B57}"/>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97FDB152-B63C-1130-E57F-68B4BBF1D58E}"/>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B27BA204-6CC3-95B9-9D29-4C457572F2BB}"/>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486DB79B-D427-C8A8-7768-C61062CC266D}"/>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BAD69936-DC51-30E2-70A6-B013AFF4CA42}"/>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17E12771-F215-70DB-9620-FCEB7E02654F}"/>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6119A1A8-DECD-191B-8D09-60FFEDB8312F}"/>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35C5FB5E-A0B5-44BE-B6BA-A36919F3445C}"/>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DFD3A622-8625-81CE-F329-09A3E39912DC}"/>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1CC8A0EE-4524-8D0A-102D-595609085EEA}"/>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AF9A05C4-4A92-C02D-8797-B2F8DA3D18E1}"/>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8B1C9751-68C1-90A8-FDEA-A8D8814ADA2D}"/>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170B4FFE-2EEC-32AD-1165-3ED64E05DE22}"/>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7DA44006-FAEA-81DE-9BF2-47627E691A8E}"/>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378F3282-B2B8-D043-018C-C9EEA64AC939}"/>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B0BE1F01-D71C-0404-58AD-7D0A8924D5BB}"/>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6F97CD3F-6D69-87F5-723B-E2D5D16B6430}"/>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6008A1B4-B4E4-C257-DAA1-DD47B721468C}"/>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EF05F996-B0B5-B2A1-EAC5-EFF7E31F0961}"/>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DF834EFC-7227-D059-9A1A-AEC6E5B21E7F}"/>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31F9BC98-0870-6028-7B74-0CD1DD31A9F0}"/>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FEF609B8-A6A6-BF68-EFFA-C97DB5A73284}"/>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A99329BF-60BB-98FA-711A-66F7D96AC0E7}"/>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67955ADC-D207-DF37-A14E-52AC2580AA79}"/>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77DFB512-1B86-0F73-2727-28A548EDBE00}"/>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99C3A3BB-0931-57AE-FD1D-E70FCE908D51}"/>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BA3C3D8E-7C8B-5D4D-A46D-4B94065C9D3F}"/>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ED58DD39-75AB-BB0B-E3DA-3B6F25E03450}"/>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F80AE226-D98E-31D1-6D28-808F0304DB67}"/>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4B721BF3-A6A3-8F6E-458B-F7EE0FC46E01}"/>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185891DB-C3AE-199E-FD0B-F1B65FECBD49}"/>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CE892831-2360-F214-C4B6-6845063979A0}"/>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8F303A9B-0A9A-2D96-E6C3-257F1C0D8425}"/>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573E331F-231D-EC0E-B27E-39018A5697CD}"/>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A51C838C-A8C1-5727-E475-930C866781D4}"/>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1B6164A7-A8D8-F068-73BF-C18C2BA45864}"/>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40864CB3-5F34-CDBF-CC3D-B08C6001B777}"/>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2A15D834-085F-B6A4-C256-3CB337F17679}"/>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27A0C824-FFA3-F145-5D0C-5A39281D0503}"/>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6B335665-331F-E98A-7F6F-06A332E19004}"/>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2BAD3F8D-41E5-84B7-21A7-D076FA8205C2}"/>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F5BC62BC-0681-2312-85E4-2EA5ABC82F39}"/>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F0774205-F176-CAB9-BFC5-C0E15547A985}"/>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35B2F286-9463-C096-3874-B13E515AA08D}"/>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3D4D4AA7-1316-E6EA-1B12-7DEF508242DB}"/>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C2E3894D-5A99-1EE4-FCBB-5FC7ED5E6647}"/>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16737855-67F7-8624-C8CE-6259DB191B43}"/>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0A56DBBA-54B6-BC51-51DC-40E8DB571318}"/>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BCEA6D1E-0123-75F0-0AE6-CB0049096D0B}"/>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45E2CE78-2335-FF19-52F7-B4973573FA0B}"/>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A62CC9E3-5D78-3667-B667-3329668B9A40}"/>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1F56D4CC-FC92-9AD7-AE8B-0707B5E402CD}"/>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9A30CA1B-0414-D48B-7545-3D1E04C210EC}"/>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3CEF662B-0EAA-AF7A-276F-0FA97EB59637}"/>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A0643C9E-1DA2-6A09-B463-8ED6EA96DD3B}"/>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56012167-A976-5421-E5FE-BCD457121815}"/>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202A6021-D432-79FE-7BA5-9C6ED8E2EAEC}"/>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BEA44032-1E62-23AD-14C0-B9AE27950F3C}"/>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9569AD29-0805-214A-4562-2C8B3DCFB757}"/>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F31A862C-F96F-641F-7D46-CCD0B41F6998}"/>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DD775B02-AC95-6211-5D7D-6A3CA0C5529E}"/>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E8FC909F-AC40-82D4-A9E0-4B87992245A5}"/>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59C51E5A-45FF-7E80-F80A-58C04E463A38}"/>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94A1AC1A-B8F2-B674-3136-F1386CDD5A54}"/>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CCF0BD40-6B3A-D4C5-50F6-AE95A80806F7}"/>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6DA2DA61-A840-8488-D075-79A0C8AF5A22}"/>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35227BC9-332B-CDE5-FA2C-EAF3661B4124}"/>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5DAACED8-002B-5E16-4384-66879AE224D9}"/>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C94C57EA-3080-DDCC-A093-C61689E8FCC3}"/>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E6C6D674-A1F5-446D-7BA4-59702075A603}"/>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79EE77BA-577B-A265-84B1-D1A7FFB05B1D}"/>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4E6A022D-CE66-37BD-4E26-38D7EBF7D28E}"/>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2A78F71A-B86F-EB66-7A18-4E40B4716BF1}"/>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949850FC-03F9-A886-92D5-B68E7695633A}"/>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AA82573E-4069-6A44-376D-C12F8AAC0548}"/>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433828E8-243C-8558-D38A-F8DB0BF4A529}"/>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0EC85101-0F2F-D902-2675-9A2E9FEEB3B7}"/>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754BC941-B962-348F-2C08-59B955422F92}"/>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2A25D1D6-059A-9056-6A15-D6C10B5A032A}"/>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654C5077-B991-7176-8F00-821D7297647E}"/>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8C774EFC-E7C8-AD91-2A9B-277A25494796}"/>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D6B36B88-81E8-58BC-09C8-3159730EE825}"/>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E68D23B9-CCE2-1E30-0894-8D2604403A5F}"/>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EDA2E50F-4F23-55DA-5BDF-8F4ED06A0836}"/>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A0090F98-8871-D51C-CA6C-8FAD90196DB3}"/>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BB2D2335-9322-D7F1-02D9-9A25BE405054}"/>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508DF57B-A50F-280B-6B99-E08669FF8123}"/>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4FB7BEFE-A038-B55F-EC45-1D4E5EAE780D}"/>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9CAF31FB-6C2A-A7E9-2FE8-1905286B5DF2}"/>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CE732C27-B283-60C2-0C51-B80D447462CE}"/>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8FA263E9-EE81-AD27-B452-36CF174EDA8A}"/>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7D59ABD4-1741-74DB-6EB5-6F2B3AAFC657}"/>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A5041F51-D95C-0096-CFBC-E0BA9BC12B85}"/>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56A28C9E-5E85-2FB8-666B-4B4503CA4D53}"/>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A8B37D88-DB60-4305-E38C-E38711FCA6BC}"/>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8ED8B02A-7BA5-F340-100C-7E218EB82940}"/>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6A6481CD-C7B4-2952-E2AF-4F2BB726248F}"/>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71104C32-C4F3-5AFD-2BFF-E391BC4272FE}"/>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8716662F-0F66-9EFF-3967-3F7167CB6E56}"/>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9DFA9813-FEBE-87FE-EF70-DF271C5FC4F2}"/>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F83C085D-2281-7E4C-4214-0BF67F753E09}"/>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092EAD0D-E589-A299-EFE7-982B292ED77D}"/>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A264F4B3-DE9F-A950-5B50-7565B73D3FFF}"/>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A79CC414-F0C5-984E-CB4F-578743615EA6}"/>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657BE068-CF4F-54F5-2CDF-01A0AA938B3C}"/>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494A83B7-F5FB-E599-4649-A787786E916A}"/>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A009AF10-CD5B-19E0-F177-01E9528F13CB}"/>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1607D270-1B75-6D27-1EEE-F740E1EBF4E8}"/>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1B12B489-6918-34A7-F882-8466000F8A3E}"/>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9AB9CD20-9BCC-5891-AD41-3F8FDADF423B}"/>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A2CDD17D-D3DD-31C3-8061-4865735F5867}"/>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145DA14B-B7D1-A029-8AB0-EDA312ED2684}"/>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7CB36C49-9C91-5866-578C-9BCE91CBE774}"/>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E4DE45FC-38A4-C180-43E3-8EF5ADB14BE7}"/>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A7DAA39D-8DA7-AB2C-9B98-AA572E273E89}"/>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DE9EE3EA-B5D1-E1DF-F476-7E450D61DE00}"/>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EEB33B3D-717A-39D1-45C1-B8C6FCE9EDEE}"/>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10F3E360-6E90-115F-7E9F-224D502AE47B}"/>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A19ABBC8-2E3E-0642-8401-C78C39DFEA5C}"/>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A46FC6D8-43E5-025F-F5BA-56A729593C3C}"/>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5B4E74BB-711F-4369-2567-0C4F2CC71BD7}"/>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AA8232DC-E2BA-0224-9533-AA231B1B1B5B}"/>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AA9D63C9-1EDE-4616-4BEC-E9FE03277DE3}"/>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E83D4C29-2641-A573-1781-62F80BAAAA2D}"/>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6B86F200-475E-DAC3-831E-4AD1D3B08CD3}"/>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8676128B-024A-B69A-F6D3-1B7661BAD5A9}"/>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A8668876-F1A3-9AED-D32A-432568F677D7}"/>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88516C87-1C9E-6409-7A5E-7DB31F462019}"/>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F53E4851-E2D0-7024-7996-F5BC844D3982}"/>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20DF1E21-EC6A-6381-B276-8F9C974E118D}"/>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91C2D8F3-A4E3-92A3-709B-B20EDD8D9356}"/>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21C63BD9-DD05-8A66-F2EA-EAC2D2F74256}"/>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4319D8A7-655E-9201-A3A4-36DA2B44AE12}"/>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BE717E0D-148A-7CC3-5D74-BAD6870F4104}"/>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52241F45-FBF7-101A-BB46-FA1EEFF86225}"/>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38CEDBD5-8371-A3F5-3173-1B7DF2D25859}"/>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486E7B8C-27A4-6AA7-A580-8175E0BB722E}"/>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0C05E6BA-76DD-8DCD-EDCA-F5EDFAF424A6}"/>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F81F2D0B-758F-B068-4B5F-3D4EE07E14D9}"/>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AC7A85DA-3CBC-6092-29D8-D544FE9A35FA}"/>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3F804386-6A59-35B5-69B0-1114D2B88823}"/>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62BE5ABD-E652-017B-2F25-D425F63B0ED9}"/>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70075FDB-41FE-DA31-0ADC-ACAB587FCAE7}"/>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9E148943-D850-E7ED-42C9-F84FF2493A2C}"/>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3527CFC5-BE22-B734-85C8-414231E43B0B}"/>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89FE058B-5B1A-EA1B-5864-578DC7CF80C8}"/>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1207A8D2-89D9-CE64-E4BE-8D54DBA9E81D}"/>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D52200BF-2B98-9BEF-FCD9-619044F0166E}"/>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D27F92BD-A66B-8926-6DEE-CF3D4CB227E1}"/>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BEFE551F-84C0-526C-A9A5-A5482018B85D}"/>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1F953B73-BE1F-FF5C-3413-A6F5F1A50ABF}"/>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AB74871E-599E-AA22-293D-3382F1EFAD75}"/>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5845BC4A-9992-6C4D-0CD1-28BA29216766}"/>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465D5374-E864-6A36-6915-0A774A6B9C17}"/>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AB0CB552-4C51-1D5E-1B16-DD05594B9E9D}"/>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825E6BD1-552D-42EC-3102-42854972D15B}"/>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4AC3CAEF-5B0A-64B5-CB3F-1EB6263CE698}"/>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5841A1BE-74D0-7190-CA70-55BBDC8EAE8D}"/>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B4E17A4D-E045-0204-4217-C0085267A4FC}"/>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E2915943-EEC9-7E25-7D66-7399975D4F8F}"/>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1F81B689-5DBE-ADCE-39EF-7CC9A9B66C47}"/>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9F3019E6-C1E1-8689-727F-B58226138E01}"/>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1E47AD62-3173-3E42-ECEE-E62DB681ECA4}"/>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49ABDB4B-46B6-FB26-A02C-9404477272FF}"/>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D56F2762-FA1E-6280-F370-E0F31478AB64}"/>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5C83936D-5F3A-D3F7-6A8B-F4BE67046ABF}"/>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80FDA2E6-CCD1-BA77-BB49-D0800A7C2D67}"/>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29099722-0DA3-50D1-911C-F19470050205}"/>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6C0F66AD-0BBB-7270-7483-B44132A533E2}"/>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CED2DCCB-EC27-57D3-8831-A81E84FE3ACA}"/>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2A5250A4-2D17-D6FD-D7B2-96D6BB54B231}"/>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ED766C98-1B3E-7621-C15B-8829AC18518F}"/>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3BE65C29-FE12-0654-695D-A7B7E551F257}"/>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0520FFCA-2892-C481-D4CF-DEBFE4E10D46}"/>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B403BB5D-320B-35F0-DCBF-C0920AF10C39}"/>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B1A6945C-1A23-0C77-308E-A3267C1EB3B8}"/>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1FBD4891-A81D-42AB-A676-2D293E5FF30D}"/>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FB862674-279C-AFEF-451C-826A4DFCB3EE}"/>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10A08E94-9E31-4BCF-2965-BE322AB74991}"/>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A8776E62-B1BC-D38F-1FAC-01664AF7D0A1}"/>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E3201BE0-42ED-FEAB-A5FB-E86DFCCCBE67}"/>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0F9891AC-CC48-044B-9793-07FE9730EF13}"/>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E6488334-2FDF-CC8E-8A21-E2BB35EF439C}"/>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B67D14AC-D293-E1D1-9FDC-0F123A0F3C5F}"/>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B54F733E-BB72-16CB-6FF8-E20867E86FC6}"/>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AC409F77-F2BB-66E6-8140-C36101952211}"/>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40DE1ADC-FAD3-FC24-B0A8-50E9FB241B5E}"/>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D4DBD63F-C81A-379B-5854-C984AE18BA67}"/>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7062EC06-C1C7-29F5-2AF9-DBDAC85D7D5E}"/>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9F5EBDD8-247D-FAA6-C297-ADBA89B223F7}"/>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258D4A8B-2E8B-79A6-12B9-CEC9037629C1}"/>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CE6B45C2-F99B-A980-2473-540DA2FA3C34}"/>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397CAFBA-2FC8-CEFB-74A7-2C844449486A}"/>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BC0E1EA3-24FF-1F40-EEB1-596A948C8590}"/>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3643F65B-C724-F512-EF9D-7338DBBE26FC}"/>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603FEA8E-7706-44EC-D56F-B9F2882F39D2}"/>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F7653701-CA14-F2AE-E8F8-DCB1A04ED65D}"/>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81E39F35-D2A3-EDD1-D54C-A1CCAD470D4B}"/>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D1BBF19E-8C94-2A14-5DDF-5C1D0DD2BC6A}"/>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1ABE5E1F-67F0-B887-A5E9-C1F086CD505A}"/>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6E76BBE2-F7DC-A514-4843-AC0926DB0AAA}"/>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63882146-921B-0039-B341-AF3360A08540}"/>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88D286AB-6FD0-04D6-815F-D99AF27020C6}"/>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C10EA3B8-622B-6B75-3BCA-2E568CF79050}"/>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EE00FFD3-52CE-4D48-44E8-01832D95B973}"/>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6E89A362-C1D5-17C6-DD1C-A625787CCA3E}"/>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C500886F-5BF5-747B-EAB8-E1935A9DA145}"/>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89E7955E-4D9F-28BC-53EF-65E1D4FC24A3}"/>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3C8C4FDA-987C-6730-B3D1-B64AB976D1B2}"/>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E0A5AC50-1E65-A47F-392D-1745B21EC80D}"/>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ABA0E2CA-C3EA-558B-9837-5A91DE549906}"/>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65B5BF07-95AF-35BB-772B-A52C623DC9BD}"/>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3E02A461-4A56-AB85-3944-F107428E057F}"/>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B53BDF9F-3D92-F1F0-659B-14DF577085EF}"/>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7D40D7FE-C549-7BFA-616A-F3A42AE6E4E7}"/>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7438363A-CC90-0392-BB35-12339FF16A55}"/>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CEE05091-4430-35AA-5FBC-00D0AB2561AC}"/>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3998CBBF-76EC-C038-8C55-DD4949DCBCE2}"/>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FDE77F14-9508-BA80-2EF5-E0572053AD53}"/>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5F4C49AC-60EB-EE4C-F44E-B1E3C7E5C0B4}"/>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B10503D0-FD82-6F57-1C2B-B06487D868B7}"/>
              </a:ext>
            </a:extLst>
          </p:cNvPr>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a:t>
            </a:r>
            <a:r>
              <a:rPr lang="en-US" sz="933" b="1" kern="0" spc="400" dirty="0">
                <a:solidFill>
                  <a:srgbClr val="00C8E8"/>
                </a:solidFill>
                <a:latin typeface="Calibri" pitchFamily="34" charset="0"/>
                <a:ea typeface="Calibri" pitchFamily="34" charset="-122"/>
                <a:cs typeface="Calibri" pitchFamily="34" charset="-120"/>
              </a:rPr>
              <a:t>B</a:t>
            </a: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 — </a:t>
            </a:r>
            <a:r>
              <a:rPr lang="en-US" sz="933" b="1" kern="0" spc="400" dirty="0">
                <a:solidFill>
                  <a:srgbClr val="00C8E8"/>
                </a:solidFill>
                <a:latin typeface="Calibri" pitchFamily="34" charset="0"/>
                <a:ea typeface="Calibri" pitchFamily="34" charset="-122"/>
                <a:cs typeface="Calibri" pitchFamily="34" charset="-120"/>
              </a:rPr>
              <a:t>FRAMEWORK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3" name="Text 281">
            <a:extLst>
              <a:ext uri="{FF2B5EF4-FFF2-40B4-BE49-F238E27FC236}">
                <a16:creationId xmlns:a16="http://schemas.microsoft.com/office/drawing/2014/main" id="{28DA8E0B-8CFD-F3B6-E6EF-D4D6FCE0A6F3}"/>
              </a:ext>
            </a:extLst>
          </p:cNvPr>
          <p:cNvSpPr/>
          <p:nvPr/>
        </p:nvSpPr>
        <p:spPr>
          <a:xfrm>
            <a:off x="548640" y="2336327"/>
            <a:ext cx="6150525" cy="853440"/>
          </a:xfrm>
          <a:prstGeom prst="rect">
            <a:avLst/>
          </a:prstGeom>
          <a:noFill/>
          <a:ln/>
        </p:spPr>
        <p:txBody>
          <a:bodyPr wrap="square" lIns="0" tIns="0" rIns="0" bIns="0" rtlCol="0" anchor="ctr"/>
          <a:lstStyle/>
          <a:p>
            <a:pPr defTabSz="1219170"/>
            <a:r>
              <a:rPr lang="en-US" sz="4000" b="1" dirty="0">
                <a:solidFill>
                  <a:srgbClr val="FFFFFF"/>
                </a:solidFill>
                <a:latin typeface="Calibri" pitchFamily="34" charset="0"/>
                <a:ea typeface="Calibri" pitchFamily="34" charset="-122"/>
                <a:cs typeface="Calibri" pitchFamily="34" charset="-120"/>
              </a:rPr>
              <a:t>Framework 1 : </a:t>
            </a:r>
          </a:p>
          <a:p>
            <a:pPr defTabSz="1219170"/>
            <a:r>
              <a:rPr lang="en-US" sz="3200" b="1" dirty="0">
                <a:solidFill>
                  <a:srgbClr val="FFFFFF"/>
                </a:solidFill>
                <a:latin typeface="Calibri" pitchFamily="34" charset="0"/>
                <a:ea typeface="Calibri" pitchFamily="34" charset="-122"/>
                <a:cs typeface="Calibri" pitchFamily="34" charset="-120"/>
              </a:rPr>
              <a:t>VG + Dijkstra</a:t>
            </a:r>
            <a:endParaRPr lang="en-US" sz="3200" dirty="0">
              <a:solidFill>
                <a:prstClr val="black"/>
              </a:solidFill>
            </a:endParaRPr>
          </a:p>
        </p:txBody>
      </p:sp>
      <p:sp>
        <p:nvSpPr>
          <p:cNvPr id="284" name="Shape 282">
            <a:extLst>
              <a:ext uri="{FF2B5EF4-FFF2-40B4-BE49-F238E27FC236}">
                <a16:creationId xmlns:a16="http://schemas.microsoft.com/office/drawing/2014/main" id="{004625C4-2B4F-978D-2B0C-551AD08A72BE}"/>
              </a:ext>
            </a:extLst>
          </p:cNvPr>
          <p:cNvSpPr/>
          <p:nvPr/>
        </p:nvSpPr>
        <p:spPr>
          <a:xfrm>
            <a:off x="616374" y="3584788"/>
            <a:ext cx="365760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E267B3C7-AC1A-4C92-84AB-856AE979D9D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3676C5C9-0A4A-7522-0FEA-2967F82579F8}"/>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9229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90F2B7A-0E7C-0228-486A-78DDB5E15A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58FA264-0E7F-0057-051B-0A30CFDE345B}"/>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BB0E525C-7755-1DE9-C83B-0E6873B24589}"/>
              </a:ext>
            </a:extLst>
          </p:cNvPr>
          <p:cNvSpPr/>
          <p:nvPr/>
        </p:nvSpPr>
        <p:spPr>
          <a:xfrm>
            <a:off x="548640" y="487678"/>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Landscape Approximation - Concept</a:t>
            </a:r>
            <a:endParaRPr lang="en-US" sz="3733" dirty="0">
              <a:solidFill>
                <a:prstClr val="black"/>
              </a:solidFill>
              <a:latin typeface="Calibri" panose="020F0502020204030204"/>
            </a:endParaRPr>
          </a:p>
        </p:txBody>
      </p:sp>
      <p:sp>
        <p:nvSpPr>
          <p:cNvPr id="4" name="Shape 2">
            <a:extLst>
              <a:ext uri="{FF2B5EF4-FFF2-40B4-BE49-F238E27FC236}">
                <a16:creationId xmlns:a16="http://schemas.microsoft.com/office/drawing/2014/main" id="{79428767-B508-7D82-D831-786F5258D0BB}"/>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63" name="Group 62">
            <a:extLst>
              <a:ext uri="{FF2B5EF4-FFF2-40B4-BE49-F238E27FC236}">
                <a16:creationId xmlns:a16="http://schemas.microsoft.com/office/drawing/2014/main" id="{1D473872-AE9F-5AE3-91C7-602A12BF61C7}"/>
              </a:ext>
            </a:extLst>
          </p:cNvPr>
          <p:cNvGrpSpPr/>
          <p:nvPr/>
        </p:nvGrpSpPr>
        <p:grpSpPr>
          <a:xfrm>
            <a:off x="6530851" y="1352251"/>
            <a:ext cx="5547360" cy="3972697"/>
            <a:chOff x="6483773" y="1517904"/>
            <a:chExt cx="5547360" cy="3972697"/>
          </a:xfrm>
        </p:grpSpPr>
        <p:sp>
          <p:nvSpPr>
            <p:cNvPr id="26" name="Shape 24">
              <a:extLst>
                <a:ext uri="{FF2B5EF4-FFF2-40B4-BE49-F238E27FC236}">
                  <a16:creationId xmlns:a16="http://schemas.microsoft.com/office/drawing/2014/main" id="{C0A8240F-907F-C911-B536-30F958691F36}"/>
                </a:ext>
              </a:extLst>
            </p:cNvPr>
            <p:cNvSpPr/>
            <p:nvPr/>
          </p:nvSpPr>
          <p:spPr>
            <a:xfrm>
              <a:off x="6483773" y="1517904"/>
              <a:ext cx="5547360" cy="3972697"/>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7" name="Text 25">
              <a:extLst>
                <a:ext uri="{FF2B5EF4-FFF2-40B4-BE49-F238E27FC236}">
                  <a16:creationId xmlns:a16="http://schemas.microsoft.com/office/drawing/2014/main" id="{AB724C70-2781-39F3-BD33-F754F0A5568A}"/>
                </a:ext>
              </a:extLst>
            </p:cNvPr>
            <p:cNvSpPr/>
            <p:nvPr/>
          </p:nvSpPr>
          <p:spPr>
            <a:xfrm>
              <a:off x="6605693" y="161544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IMPLEMENTATION</a:t>
              </a:r>
              <a:endParaRPr lang="en-US" sz="1067" dirty="0">
                <a:solidFill>
                  <a:prstClr val="black"/>
                </a:solidFill>
                <a:latin typeface="Calibri" panose="020F0502020204030204"/>
              </a:endParaRPr>
            </a:p>
          </p:txBody>
        </p:sp>
        <p:sp>
          <p:nvSpPr>
            <p:cNvPr id="28" name="Shape 26">
              <a:extLst>
                <a:ext uri="{FF2B5EF4-FFF2-40B4-BE49-F238E27FC236}">
                  <a16:creationId xmlns:a16="http://schemas.microsoft.com/office/drawing/2014/main" id="{EE6F028E-0E83-CD7A-E284-DB0E922DB73E}"/>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9" name="Shape 27">
              <a:extLst>
                <a:ext uri="{FF2B5EF4-FFF2-40B4-BE49-F238E27FC236}">
                  <a16:creationId xmlns:a16="http://schemas.microsoft.com/office/drawing/2014/main" id="{FA55D982-35C4-CF78-5182-E7FD0362CF75}"/>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defTabSz="1219170"/>
              <a:endParaRPr lang="en-US" sz="2400" dirty="0">
                <a:solidFill>
                  <a:prstClr val="black"/>
                </a:solidFill>
                <a:latin typeface="Calibri" panose="020F0502020204030204"/>
              </a:endParaRPr>
            </a:p>
          </p:txBody>
        </p:sp>
        <p:sp>
          <p:nvSpPr>
            <p:cNvPr id="30" name="Text 28">
              <a:extLst>
                <a:ext uri="{FF2B5EF4-FFF2-40B4-BE49-F238E27FC236}">
                  <a16:creationId xmlns:a16="http://schemas.microsoft.com/office/drawing/2014/main" id="{66283EA3-E974-B3B1-0E09-3516FA237DD8}"/>
                </a:ext>
              </a:extLst>
            </p:cNvPr>
            <p:cNvSpPr/>
            <p:nvPr/>
          </p:nvSpPr>
          <p:spPr>
            <a:xfrm>
              <a:off x="6727613" y="2127504"/>
              <a:ext cx="107526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Input</a:t>
              </a:r>
              <a:endParaRPr lang="en-US" sz="1333" dirty="0">
                <a:solidFill>
                  <a:prstClr val="black"/>
                </a:solidFill>
                <a:latin typeface="Calibri" panose="020F0502020204030204"/>
              </a:endParaRPr>
            </a:p>
          </p:txBody>
        </p:sp>
        <p:sp>
          <p:nvSpPr>
            <p:cNvPr id="31" name="Text 29">
              <a:extLst>
                <a:ext uri="{FF2B5EF4-FFF2-40B4-BE49-F238E27FC236}">
                  <a16:creationId xmlns:a16="http://schemas.microsoft.com/office/drawing/2014/main" id="{AA4F06B6-5EEF-BCD8-0624-E2FB59FC6AFB}"/>
                </a:ext>
              </a:extLst>
            </p:cNvPr>
            <p:cNvSpPr/>
            <p:nvPr/>
          </p:nvSpPr>
          <p:spPr>
            <a:xfrm>
              <a:off x="7924800" y="2127504"/>
              <a:ext cx="3679613" cy="512064"/>
            </a:xfrm>
            <a:prstGeom prst="rect">
              <a:avLst/>
            </a:prstGeom>
            <a:noFill/>
            <a:ln/>
          </p:spPr>
          <p:txBody>
            <a:bodyPr wrap="square" lIns="0" tIns="0" rIns="0" bIns="0" rtlCol="0" anchor="ctr"/>
            <a:lstStyle/>
            <a:p>
              <a:pPr defTabSz="1219170"/>
              <a:r>
                <a:rPr lang="en-US" sz="1333" dirty="0">
                  <a:solidFill>
                    <a:srgbClr val="FFFFFF"/>
                  </a:solidFill>
                  <a:latin typeface="Calibri" pitchFamily="34" charset="0"/>
                  <a:ea typeface="Calibri" pitchFamily="34" charset="-122"/>
                  <a:cs typeface="Calibri" pitchFamily="34" charset="-120"/>
                </a:rPr>
                <a:t>Text grid file (row, column :</a:t>
              </a:r>
              <a:r>
                <a:rPr lang="en-US" sz="1333" dirty="0" err="1">
                  <a:solidFill>
                    <a:srgbClr val="FFFFFF"/>
                  </a:solidFill>
                  <a:latin typeface="Calibri" pitchFamily="34" charset="0"/>
                  <a:ea typeface="Calibri" pitchFamily="34" charset="-122"/>
                  <a:cs typeface="Calibri" pitchFamily="34" charset="-120"/>
                </a:rPr>
                <a:t>xy</a:t>
              </a:r>
              <a:r>
                <a:rPr lang="en-US" sz="1333" dirty="0">
                  <a:solidFill>
                    <a:srgbClr val="FFFFFF"/>
                  </a:solidFill>
                  <a:latin typeface="Calibri" pitchFamily="34" charset="0"/>
                  <a:ea typeface="Calibri" pitchFamily="34" charset="-122"/>
                  <a:cs typeface="Calibri" pitchFamily="34" charset="-120"/>
                </a:rPr>
                <a:t> location, values: height)</a:t>
              </a:r>
              <a:endParaRPr lang="en-US" sz="1333" dirty="0">
                <a:solidFill>
                  <a:prstClr val="black"/>
                </a:solidFill>
                <a:latin typeface="Calibri" panose="020F0502020204030204"/>
              </a:endParaRPr>
            </a:p>
          </p:txBody>
        </p:sp>
        <p:grpSp>
          <p:nvGrpSpPr>
            <p:cNvPr id="59" name="Group 58">
              <a:extLst>
                <a:ext uri="{FF2B5EF4-FFF2-40B4-BE49-F238E27FC236}">
                  <a16:creationId xmlns:a16="http://schemas.microsoft.com/office/drawing/2014/main" id="{E8CC59AA-4CCE-30A4-EF8F-3E7271E04B0D}"/>
                </a:ext>
              </a:extLst>
            </p:cNvPr>
            <p:cNvGrpSpPr/>
            <p:nvPr/>
          </p:nvGrpSpPr>
          <p:grpSpPr>
            <a:xfrm>
              <a:off x="6605693" y="2688336"/>
              <a:ext cx="5120640" cy="664464"/>
              <a:chOff x="6605693" y="2688336"/>
              <a:chExt cx="5120640" cy="512064"/>
            </a:xfrm>
          </p:grpSpPr>
          <p:sp>
            <p:nvSpPr>
              <p:cNvPr id="32" name="Shape 30">
                <a:extLst>
                  <a:ext uri="{FF2B5EF4-FFF2-40B4-BE49-F238E27FC236}">
                    <a16:creationId xmlns:a16="http://schemas.microsoft.com/office/drawing/2014/main" id="{BDF84538-44A1-1102-63D1-ADD08131C8CD}"/>
                  </a:ext>
                </a:extLst>
              </p:cNvPr>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3" name="Text 31">
                <a:extLst>
                  <a:ext uri="{FF2B5EF4-FFF2-40B4-BE49-F238E27FC236}">
                    <a16:creationId xmlns:a16="http://schemas.microsoft.com/office/drawing/2014/main" id="{2D94A8F7-CAD5-B5B8-581C-D47ABA681F74}"/>
                  </a:ext>
                </a:extLst>
              </p:cNvPr>
              <p:cNvSpPr/>
              <p:nvPr/>
            </p:nvSpPr>
            <p:spPr>
              <a:xfrm>
                <a:off x="6727613" y="2688336"/>
                <a:ext cx="89238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Mask</a:t>
                </a:r>
                <a:endParaRPr lang="en-US" sz="1333" dirty="0">
                  <a:solidFill>
                    <a:prstClr val="black"/>
                  </a:solidFill>
                  <a:latin typeface="Calibri" panose="020F0502020204030204"/>
                </a:endParaRPr>
              </a:p>
            </p:txBody>
          </p:sp>
          <p:sp>
            <p:nvSpPr>
              <p:cNvPr id="34" name="Text 32">
                <a:extLst>
                  <a:ext uri="{FF2B5EF4-FFF2-40B4-BE49-F238E27FC236}">
                    <a16:creationId xmlns:a16="http://schemas.microsoft.com/office/drawing/2014/main" id="{8B98A447-5233-9D67-DD2D-7312B8F07C5C}"/>
                  </a:ext>
                </a:extLst>
              </p:cNvPr>
              <p:cNvSpPr/>
              <p:nvPr/>
            </p:nvSpPr>
            <p:spPr>
              <a:xfrm>
                <a:off x="7924800" y="2688336"/>
                <a:ext cx="3679613" cy="512064"/>
              </a:xfrm>
              <a:prstGeom prst="rect">
                <a:avLst/>
              </a:prstGeom>
              <a:noFill/>
              <a:ln/>
            </p:spPr>
            <p:txBody>
              <a:bodyPr wrap="square" lIns="0" tIns="0" rIns="0" bIns="0" rtlCol="0" anchor="ctr"/>
              <a:lstStyle/>
              <a:p>
                <a:pPr defTabSz="1219170"/>
                <a:r>
                  <a:rPr lang="en-US" sz="1333" dirty="0">
                    <a:solidFill>
                      <a:srgbClr val="FFFFFF"/>
                    </a:solidFill>
                    <a:latin typeface="Calibri" pitchFamily="34" charset="0"/>
                    <a:ea typeface="Calibri" pitchFamily="34" charset="-122"/>
                    <a:cs typeface="Calibri" pitchFamily="34" charset="-120"/>
                  </a:rPr>
                  <a:t>grid &gt; 0 → occupied cells</a:t>
                </a:r>
                <a:endParaRPr lang="en-US" sz="1333" dirty="0">
                  <a:solidFill>
                    <a:prstClr val="black"/>
                  </a:solidFill>
                  <a:latin typeface="Calibri" panose="020F0502020204030204"/>
                </a:endParaRPr>
              </a:p>
            </p:txBody>
          </p:sp>
        </p:grpSp>
        <p:grpSp>
          <p:nvGrpSpPr>
            <p:cNvPr id="58" name="Group 57">
              <a:extLst>
                <a:ext uri="{FF2B5EF4-FFF2-40B4-BE49-F238E27FC236}">
                  <a16:creationId xmlns:a16="http://schemas.microsoft.com/office/drawing/2014/main" id="{2F6C2ADA-41D5-692E-70B6-87E4EC78B3C0}"/>
                </a:ext>
              </a:extLst>
            </p:cNvPr>
            <p:cNvGrpSpPr/>
            <p:nvPr/>
          </p:nvGrpSpPr>
          <p:grpSpPr>
            <a:xfrm>
              <a:off x="6600613" y="3428997"/>
              <a:ext cx="5120640" cy="762001"/>
              <a:chOff x="6605693" y="3249168"/>
              <a:chExt cx="5120640" cy="512065"/>
            </a:xfrm>
          </p:grpSpPr>
          <p:sp>
            <p:nvSpPr>
              <p:cNvPr id="35" name="Shape 33">
                <a:extLst>
                  <a:ext uri="{FF2B5EF4-FFF2-40B4-BE49-F238E27FC236}">
                    <a16:creationId xmlns:a16="http://schemas.microsoft.com/office/drawing/2014/main" id="{B1DA16CF-E7E9-AFB1-10FF-C604A0974031}"/>
                  </a:ext>
                </a:extLst>
              </p:cNvPr>
              <p:cNvSpPr/>
              <p:nvPr/>
            </p:nvSpPr>
            <p:spPr>
              <a:xfrm>
                <a:off x="6605693" y="3249169"/>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6" name="Text 34">
                <a:extLst>
                  <a:ext uri="{FF2B5EF4-FFF2-40B4-BE49-F238E27FC236}">
                    <a16:creationId xmlns:a16="http://schemas.microsoft.com/office/drawing/2014/main" id="{2B2FDDC5-F3FF-FB88-C601-FD86CD5B19D2}"/>
                  </a:ext>
                </a:extLst>
              </p:cNvPr>
              <p:cNvSpPr/>
              <p:nvPr/>
            </p:nvSpPr>
            <p:spPr>
              <a:xfrm>
                <a:off x="6727613" y="3249168"/>
                <a:ext cx="977389"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Clustering</a:t>
                </a:r>
                <a:endParaRPr lang="en-US" sz="1333" dirty="0">
                  <a:solidFill>
                    <a:prstClr val="black"/>
                  </a:solidFill>
                  <a:latin typeface="Calibri" panose="020F0502020204030204"/>
                </a:endParaRPr>
              </a:p>
            </p:txBody>
          </p:sp>
          <p:sp>
            <p:nvSpPr>
              <p:cNvPr id="37" name="Text 35">
                <a:extLst>
                  <a:ext uri="{FF2B5EF4-FFF2-40B4-BE49-F238E27FC236}">
                    <a16:creationId xmlns:a16="http://schemas.microsoft.com/office/drawing/2014/main" id="{FAC09220-DBB0-1A85-90A7-D8A7E3999932}"/>
                  </a:ext>
                </a:extLst>
              </p:cNvPr>
              <p:cNvSpPr/>
              <p:nvPr/>
            </p:nvSpPr>
            <p:spPr>
              <a:xfrm>
                <a:off x="7921749" y="3293533"/>
                <a:ext cx="3679613" cy="393264"/>
              </a:xfrm>
              <a:prstGeom prst="rect">
                <a:avLst/>
              </a:prstGeom>
              <a:noFill/>
              <a:ln/>
            </p:spPr>
            <p:txBody>
              <a:bodyPr wrap="square" lIns="0" tIns="0" rIns="0" bIns="0" rtlCol="0" anchor="ctr"/>
              <a:lstStyle/>
              <a:p>
                <a:pPr defTabSz="1219170"/>
                <a:r>
                  <a:rPr lang="en-US" sz="1333" dirty="0" err="1">
                    <a:solidFill>
                      <a:schemeClr val="bg1"/>
                    </a:solidFill>
                    <a:latin typeface="Calibri" panose="020F0502020204030204"/>
                  </a:rPr>
                  <a:t>scipy.ndimage.label</a:t>
                </a:r>
                <a:r>
                  <a:rPr lang="en-US" sz="1333" dirty="0">
                    <a:solidFill>
                      <a:schemeClr val="bg1"/>
                    </a:solidFill>
                    <a:latin typeface="Calibri" panose="020F0502020204030204"/>
                  </a:rPr>
                  <a:t>(..., structure=3×3 ones) → 8-connected components = one “building” per cluster</a:t>
                </a:r>
              </a:p>
            </p:txBody>
          </p:sp>
        </p:grpSp>
        <p:grpSp>
          <p:nvGrpSpPr>
            <p:cNvPr id="57" name="Group 56">
              <a:extLst>
                <a:ext uri="{FF2B5EF4-FFF2-40B4-BE49-F238E27FC236}">
                  <a16:creationId xmlns:a16="http://schemas.microsoft.com/office/drawing/2014/main" id="{72FFF2F8-3052-EAB4-9EE9-C0D9E9C88BAB}"/>
                </a:ext>
              </a:extLst>
            </p:cNvPr>
            <p:cNvGrpSpPr/>
            <p:nvPr/>
          </p:nvGrpSpPr>
          <p:grpSpPr>
            <a:xfrm>
              <a:off x="6600613" y="4226052"/>
              <a:ext cx="5120640" cy="551687"/>
              <a:chOff x="6605693" y="3770377"/>
              <a:chExt cx="5120640" cy="551687"/>
            </a:xfrm>
          </p:grpSpPr>
          <p:sp>
            <p:nvSpPr>
              <p:cNvPr id="38" name="Shape 36">
                <a:extLst>
                  <a:ext uri="{FF2B5EF4-FFF2-40B4-BE49-F238E27FC236}">
                    <a16:creationId xmlns:a16="http://schemas.microsoft.com/office/drawing/2014/main" id="{23F5E055-1840-04AA-F528-D9B5ECF77BDA}"/>
                  </a:ext>
                </a:extLst>
              </p:cNvPr>
              <p:cNvSpPr/>
              <p:nvPr/>
            </p:nvSpPr>
            <p:spPr>
              <a:xfrm>
                <a:off x="6605693" y="3810000"/>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9" name="Text 37">
                <a:extLst>
                  <a:ext uri="{FF2B5EF4-FFF2-40B4-BE49-F238E27FC236}">
                    <a16:creationId xmlns:a16="http://schemas.microsoft.com/office/drawing/2014/main" id="{36B76BEA-B3FF-BD66-566E-EF551A69D907}"/>
                  </a:ext>
                </a:extLst>
              </p:cNvPr>
              <p:cNvSpPr/>
              <p:nvPr/>
            </p:nvSpPr>
            <p:spPr>
              <a:xfrm>
                <a:off x="6727613" y="3810000"/>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Per Cluster</a:t>
                </a:r>
                <a:endParaRPr lang="en-US" sz="1333" dirty="0">
                  <a:solidFill>
                    <a:prstClr val="black"/>
                  </a:solidFill>
                  <a:latin typeface="Calibri" panose="020F0502020204030204"/>
                </a:endParaRPr>
              </a:p>
            </p:txBody>
          </p:sp>
          <p:sp>
            <p:nvSpPr>
              <p:cNvPr id="40" name="Text 38">
                <a:extLst>
                  <a:ext uri="{FF2B5EF4-FFF2-40B4-BE49-F238E27FC236}">
                    <a16:creationId xmlns:a16="http://schemas.microsoft.com/office/drawing/2014/main" id="{1B99A86A-11B7-C95C-E771-69CF6D76F3A7}"/>
                  </a:ext>
                </a:extLst>
              </p:cNvPr>
              <p:cNvSpPr/>
              <p:nvPr/>
            </p:nvSpPr>
            <p:spPr>
              <a:xfrm>
                <a:off x="7924800" y="3770377"/>
                <a:ext cx="3679613" cy="512064"/>
              </a:xfrm>
              <a:prstGeom prst="rect">
                <a:avLst/>
              </a:prstGeom>
              <a:noFill/>
              <a:ln/>
            </p:spPr>
            <p:txBody>
              <a:bodyPr wrap="square" lIns="0" tIns="0" rIns="0" bIns="0" rtlCol="0" anchor="ctr"/>
              <a:lstStyle/>
              <a:p>
                <a:pPr defTabSz="1219170"/>
                <a:r>
                  <a:rPr lang="en-US" sz="1050" dirty="0">
                    <a:solidFill>
                      <a:srgbClr val="FFFFFF"/>
                    </a:solidFill>
                    <a:latin typeface="Calibri" pitchFamily="34" charset="0"/>
                    <a:ea typeface="Calibri" pitchFamily="34" charset="-122"/>
                    <a:cs typeface="Calibri" pitchFamily="34" charset="-120"/>
                  </a:rPr>
                  <a:t>XY: min/max row/col indices → footprint box</a:t>
                </a:r>
              </a:p>
              <a:p>
                <a:pPr defTabSz="1219170"/>
                <a:r>
                  <a:rPr lang="en-US" sz="1050" dirty="0">
                    <a:solidFill>
                      <a:srgbClr val="FFFFFF"/>
                    </a:solidFill>
                    <a:latin typeface="Calibri" pitchFamily="34" charset="0"/>
                    <a:ea typeface="Calibri" pitchFamily="34" charset="-122"/>
                    <a:cs typeface="Calibri" pitchFamily="34" charset="-120"/>
                  </a:rPr>
                  <a:t>Z:  max cell value inside that cluster → flat roof heigh</a:t>
                </a:r>
                <a:endParaRPr lang="en-US" sz="1050" dirty="0">
                  <a:solidFill>
                    <a:prstClr val="black"/>
                  </a:solidFill>
                  <a:latin typeface="Calibri" panose="020F0502020204030204"/>
                </a:endParaRPr>
              </a:p>
            </p:txBody>
          </p:sp>
        </p:grpSp>
        <p:grpSp>
          <p:nvGrpSpPr>
            <p:cNvPr id="56" name="Group 55">
              <a:extLst>
                <a:ext uri="{FF2B5EF4-FFF2-40B4-BE49-F238E27FC236}">
                  <a16:creationId xmlns:a16="http://schemas.microsoft.com/office/drawing/2014/main" id="{03D2459C-0F85-A360-97D0-879EC9651FCE}"/>
                </a:ext>
              </a:extLst>
            </p:cNvPr>
            <p:cNvGrpSpPr/>
            <p:nvPr/>
          </p:nvGrpSpPr>
          <p:grpSpPr>
            <a:xfrm>
              <a:off x="6600613" y="4852414"/>
              <a:ext cx="5120640" cy="512064"/>
              <a:chOff x="6605693" y="4370832"/>
              <a:chExt cx="5120640" cy="512064"/>
            </a:xfrm>
          </p:grpSpPr>
          <p:sp>
            <p:nvSpPr>
              <p:cNvPr id="41" name="Shape 39">
                <a:extLst>
                  <a:ext uri="{FF2B5EF4-FFF2-40B4-BE49-F238E27FC236}">
                    <a16:creationId xmlns:a16="http://schemas.microsoft.com/office/drawing/2014/main" id="{C7312367-8806-0056-1F5A-51E7B211E0FA}"/>
                  </a:ext>
                </a:extLst>
              </p:cNvPr>
              <p:cNvSpPr/>
              <p:nvPr/>
            </p:nvSpPr>
            <p:spPr>
              <a:xfrm>
                <a:off x="6605693" y="4370832"/>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42" name="Text 40">
                <a:extLst>
                  <a:ext uri="{FF2B5EF4-FFF2-40B4-BE49-F238E27FC236}">
                    <a16:creationId xmlns:a16="http://schemas.microsoft.com/office/drawing/2014/main" id="{E633CF78-3F26-5553-3C0F-32A1441A62A5}"/>
                  </a:ext>
                </a:extLst>
              </p:cNvPr>
              <p:cNvSpPr/>
              <p:nvPr/>
            </p:nvSpPr>
            <p:spPr>
              <a:xfrm>
                <a:off x="6727613" y="4370832"/>
                <a:ext cx="119718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Output Vertex</a:t>
                </a:r>
                <a:endParaRPr lang="en-US" sz="1333" dirty="0">
                  <a:solidFill>
                    <a:prstClr val="black"/>
                  </a:solidFill>
                  <a:latin typeface="Calibri" panose="020F0502020204030204"/>
                </a:endParaRPr>
              </a:p>
            </p:txBody>
          </p:sp>
          <p:sp>
            <p:nvSpPr>
              <p:cNvPr id="43" name="Text 41">
                <a:extLst>
                  <a:ext uri="{FF2B5EF4-FFF2-40B4-BE49-F238E27FC236}">
                    <a16:creationId xmlns:a16="http://schemas.microsoft.com/office/drawing/2014/main" id="{CC94DA06-4501-0CB9-42B9-CC4AEE41F0F9}"/>
                  </a:ext>
                </a:extLst>
              </p:cNvPr>
              <p:cNvSpPr/>
              <p:nvPr/>
            </p:nvSpPr>
            <p:spPr>
              <a:xfrm>
                <a:off x="7924800" y="4370832"/>
                <a:ext cx="3679613" cy="372515"/>
              </a:xfrm>
              <a:prstGeom prst="rect">
                <a:avLst/>
              </a:prstGeom>
              <a:noFill/>
              <a:ln/>
            </p:spPr>
            <p:txBody>
              <a:bodyPr wrap="square" lIns="0" tIns="0" rIns="0" bIns="0" rtlCol="0" anchor="ctr"/>
              <a:lstStyle/>
              <a:p>
                <a:pPr defTabSz="1219170"/>
                <a:r>
                  <a:rPr lang="en-US" sz="1333" dirty="0">
                    <a:solidFill>
                      <a:srgbClr val="FFFFFF"/>
                    </a:solidFill>
                    <a:latin typeface="Calibri" pitchFamily="34" charset="0"/>
                    <a:ea typeface="Calibri" pitchFamily="34" charset="-122"/>
                    <a:cs typeface="Calibri" pitchFamily="34" charset="-120"/>
                  </a:rPr>
                  <a:t>	</a:t>
                </a:r>
              </a:p>
              <a:p>
                <a:pPr defTabSz="1219170"/>
                <a:r>
                  <a:rPr lang="en-US" sz="1200" dirty="0">
                    <a:solidFill>
                      <a:srgbClr val="FFFFFF"/>
                    </a:solidFill>
                    <a:latin typeface="Calibri" pitchFamily="34" charset="0"/>
                    <a:ea typeface="Calibri" pitchFamily="34" charset="-122"/>
                    <a:cs typeface="Calibri" pitchFamily="34" charset="-120"/>
                  </a:rPr>
                  <a:t>8 vertices per building: bottom square at z = 0, top at z = </a:t>
                </a:r>
                <a:r>
                  <a:rPr lang="en-US" sz="1200" dirty="0" err="1">
                    <a:solidFill>
                      <a:srgbClr val="FFFFFF"/>
                    </a:solidFill>
                    <a:latin typeface="Calibri" pitchFamily="34" charset="0"/>
                    <a:ea typeface="Calibri" pitchFamily="34" charset="-122"/>
                    <a:cs typeface="Calibri" pitchFamily="34" charset="-120"/>
                  </a:rPr>
                  <a:t>z_max</a:t>
                </a:r>
                <a:endParaRPr lang="en-US" sz="1200" dirty="0">
                  <a:solidFill>
                    <a:prstClr val="black"/>
                  </a:solidFill>
                  <a:latin typeface="Calibri" panose="020F0502020204030204"/>
                </a:endParaRPr>
              </a:p>
            </p:txBody>
          </p:sp>
        </p:grpSp>
      </p:grpSp>
      <p:sp>
        <p:nvSpPr>
          <p:cNvPr id="50" name="Shape 48">
            <a:extLst>
              <a:ext uri="{FF2B5EF4-FFF2-40B4-BE49-F238E27FC236}">
                <a16:creationId xmlns:a16="http://schemas.microsoft.com/office/drawing/2014/main" id="{6DB12E90-2565-0EDE-105A-2BA5E69F40B3}"/>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51" name="Text 49">
            <a:extLst>
              <a:ext uri="{FF2B5EF4-FFF2-40B4-BE49-F238E27FC236}">
                <a16:creationId xmlns:a16="http://schemas.microsoft.com/office/drawing/2014/main" id="{392D9789-34F3-ABC2-17B3-B8DDC6C1728B}"/>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66" name="Shape 24">
            <a:extLst>
              <a:ext uri="{FF2B5EF4-FFF2-40B4-BE49-F238E27FC236}">
                <a16:creationId xmlns:a16="http://schemas.microsoft.com/office/drawing/2014/main" id="{8E3875C1-0FAB-0D73-F8A9-7523E8EF506C}"/>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5" name="Text 25">
            <a:extLst>
              <a:ext uri="{FF2B5EF4-FFF2-40B4-BE49-F238E27FC236}">
                <a16:creationId xmlns:a16="http://schemas.microsoft.com/office/drawing/2014/main" id="{736BD5C4-615E-B52A-E3A5-15C635DAB637}"/>
              </a:ext>
            </a:extLst>
          </p:cNvPr>
          <p:cNvSpPr/>
          <p:nvPr/>
        </p:nvSpPr>
        <p:spPr>
          <a:xfrm>
            <a:off x="6647691" y="548982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OUTPUT</a:t>
            </a:r>
            <a:endParaRPr lang="en-US" sz="1067" dirty="0">
              <a:solidFill>
                <a:prstClr val="black"/>
              </a:solidFill>
              <a:latin typeface="Calibri" panose="020F0502020204030204"/>
            </a:endParaRPr>
          </a:p>
        </p:txBody>
      </p:sp>
      <p:sp>
        <p:nvSpPr>
          <p:cNvPr id="67" name="Text 29">
            <a:extLst>
              <a:ext uri="{FF2B5EF4-FFF2-40B4-BE49-F238E27FC236}">
                <a16:creationId xmlns:a16="http://schemas.microsoft.com/office/drawing/2014/main" id="{D2E85FB0-3E69-A739-AFD7-36B5F8B586A6}"/>
              </a:ext>
            </a:extLst>
          </p:cNvPr>
          <p:cNvSpPr/>
          <p:nvPr/>
        </p:nvSpPr>
        <p:spPr>
          <a:xfrm>
            <a:off x="6713732" y="5749676"/>
            <a:ext cx="5171439" cy="512064"/>
          </a:xfrm>
          <a:prstGeom prst="rect">
            <a:avLst/>
          </a:prstGeom>
          <a:noFill/>
          <a:ln/>
        </p:spPr>
        <p:txBody>
          <a:bodyPr wrap="square" lIns="0" tIns="0" rIns="0" bIns="0" rtlCol="0" anchor="ctr"/>
          <a:lstStyle/>
          <a:p>
            <a:pPr defTabSz="1219170"/>
            <a:r>
              <a:rPr lang="en-US" sz="1333" b="1" dirty="0" err="1">
                <a:solidFill>
                  <a:srgbClr val="FFFFFF"/>
                </a:solidFill>
                <a:latin typeface="Calibri" pitchFamily="34" charset="0"/>
                <a:ea typeface="Calibri" pitchFamily="34" charset="-122"/>
                <a:cs typeface="Calibri" pitchFamily="34" charset="-120"/>
              </a:rPr>
              <a:t>building_cuboids.json</a:t>
            </a:r>
            <a:r>
              <a:rPr lang="en-US" sz="1333" b="1" dirty="0">
                <a:solidFill>
                  <a:srgbClr val="FFFFFF"/>
                </a:solidFill>
                <a:latin typeface="Calibri" pitchFamily="34" charset="0"/>
                <a:ea typeface="Calibri" pitchFamily="34" charset="-122"/>
                <a:cs typeface="Calibri" pitchFamily="34" charset="-120"/>
              </a:rPr>
              <a:t> — list of { </a:t>
            </a:r>
            <a:r>
              <a:rPr lang="en-US" sz="1333" b="1" dirty="0" err="1">
                <a:solidFill>
                  <a:srgbClr val="FFFFFF"/>
                </a:solidFill>
                <a:latin typeface="Calibri" pitchFamily="34" charset="0"/>
                <a:ea typeface="Calibri" pitchFamily="34" charset="-122"/>
                <a:cs typeface="Calibri" pitchFamily="34" charset="-120"/>
              </a:rPr>
              <a:t>building_id</a:t>
            </a:r>
            <a:r>
              <a:rPr lang="en-US" sz="1333" b="1" dirty="0">
                <a:solidFill>
                  <a:srgbClr val="FFFFFF"/>
                </a:solidFill>
                <a:latin typeface="Calibri" pitchFamily="34" charset="0"/>
                <a:ea typeface="Calibri" pitchFamily="34" charset="-122"/>
                <a:cs typeface="Calibri" pitchFamily="34" charset="-120"/>
              </a:rPr>
              <a:t>, </a:t>
            </a:r>
            <a:r>
              <a:rPr lang="en-US" sz="1333" b="1" dirty="0" err="1">
                <a:solidFill>
                  <a:srgbClr val="FFFFFF"/>
                </a:solidFill>
                <a:latin typeface="Calibri" pitchFamily="34" charset="0"/>
                <a:ea typeface="Calibri" pitchFamily="34" charset="-122"/>
                <a:cs typeface="Calibri" pitchFamily="34" charset="-120"/>
              </a:rPr>
              <a:t>peak_height</a:t>
            </a:r>
            <a:r>
              <a:rPr lang="en-US" sz="1333" b="1" dirty="0">
                <a:solidFill>
                  <a:srgbClr val="FFFFFF"/>
                </a:solidFill>
                <a:latin typeface="Calibri" pitchFamily="34" charset="0"/>
                <a:ea typeface="Calibri" pitchFamily="34" charset="-122"/>
                <a:cs typeface="Calibri" pitchFamily="34" charset="-120"/>
              </a:rPr>
              <a:t>, vertices }</a:t>
            </a:r>
            <a:endParaRPr lang="en-US" sz="1333" dirty="0">
              <a:solidFill>
                <a:prstClr val="black"/>
              </a:solidFill>
              <a:latin typeface="Calibri" panose="020F0502020204030204"/>
            </a:endParaRPr>
          </a:p>
        </p:txBody>
      </p:sp>
      <p:grpSp>
        <p:nvGrpSpPr>
          <p:cNvPr id="9" name="Group 8">
            <a:extLst>
              <a:ext uri="{FF2B5EF4-FFF2-40B4-BE49-F238E27FC236}">
                <a16:creationId xmlns:a16="http://schemas.microsoft.com/office/drawing/2014/main" id="{A64F11ED-FEF3-7130-06B2-85861ADBD6EA}"/>
              </a:ext>
            </a:extLst>
          </p:cNvPr>
          <p:cNvGrpSpPr/>
          <p:nvPr/>
        </p:nvGrpSpPr>
        <p:grpSpPr>
          <a:xfrm>
            <a:off x="462282" y="1383888"/>
            <a:ext cx="5880610" cy="2098735"/>
            <a:chOff x="7802880" y="1889760"/>
            <a:chExt cx="3840480" cy="999744"/>
          </a:xfrm>
        </p:grpSpPr>
        <p:sp>
          <p:nvSpPr>
            <p:cNvPr id="10" name="Shape 3">
              <a:extLst>
                <a:ext uri="{FF2B5EF4-FFF2-40B4-BE49-F238E27FC236}">
                  <a16:creationId xmlns:a16="http://schemas.microsoft.com/office/drawing/2014/main" id="{215EBB09-56EE-3AD7-593A-6EC07C8E2EE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1" name="Shape 4">
              <a:extLst>
                <a:ext uri="{FF2B5EF4-FFF2-40B4-BE49-F238E27FC236}">
                  <a16:creationId xmlns:a16="http://schemas.microsoft.com/office/drawing/2014/main" id="{5360A4B1-EC0D-2751-DCA4-C0EA10281FB2}"/>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12" name="Text 5">
              <a:extLst>
                <a:ext uri="{FF2B5EF4-FFF2-40B4-BE49-F238E27FC236}">
                  <a16:creationId xmlns:a16="http://schemas.microsoft.com/office/drawing/2014/main" id="{1D07FB4A-3049-CBF1-4630-2B346AF875AF}"/>
                </a:ext>
              </a:extLst>
            </p:cNvPr>
            <p:cNvSpPr/>
            <p:nvPr/>
          </p:nvSpPr>
          <p:spPr>
            <a:xfrm>
              <a:off x="8046720" y="1938528"/>
              <a:ext cx="3413760" cy="198901"/>
            </a:xfrm>
            <a:prstGeom prst="rect">
              <a:avLst/>
            </a:prstGeom>
            <a:noFill/>
            <a:ln/>
          </p:spPr>
          <p:txBody>
            <a:bodyPr wrap="square" lIns="0" tIns="0" rIns="0" bIns="0" rtlCol="0" anchor="ctr"/>
            <a:lstStyle/>
            <a:p>
              <a:r>
                <a:rPr lang="en-US" sz="1400" b="1" dirty="0">
                  <a:solidFill>
                    <a:schemeClr val="bg1"/>
                  </a:solidFill>
                </a:rPr>
                <a:t>Concept</a:t>
              </a:r>
            </a:p>
          </p:txBody>
        </p:sp>
      </p:grpSp>
      <p:grpSp>
        <p:nvGrpSpPr>
          <p:cNvPr id="14" name="Group 13">
            <a:extLst>
              <a:ext uri="{FF2B5EF4-FFF2-40B4-BE49-F238E27FC236}">
                <a16:creationId xmlns:a16="http://schemas.microsoft.com/office/drawing/2014/main" id="{301D6367-D6E6-2C0F-1053-0B8EC06EDF72}"/>
              </a:ext>
            </a:extLst>
          </p:cNvPr>
          <p:cNvGrpSpPr/>
          <p:nvPr/>
        </p:nvGrpSpPr>
        <p:grpSpPr>
          <a:xfrm>
            <a:off x="462281" y="3661672"/>
            <a:ext cx="5875530" cy="2854952"/>
            <a:chOff x="7802880" y="4084320"/>
            <a:chExt cx="3840480" cy="999744"/>
          </a:xfrm>
        </p:grpSpPr>
        <p:sp>
          <p:nvSpPr>
            <p:cNvPr id="15" name="Shape 11">
              <a:extLst>
                <a:ext uri="{FF2B5EF4-FFF2-40B4-BE49-F238E27FC236}">
                  <a16:creationId xmlns:a16="http://schemas.microsoft.com/office/drawing/2014/main" id="{CA1880F6-394E-9AC3-2E57-0A93A17FAB0D}"/>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6" name="Shape 12">
              <a:extLst>
                <a:ext uri="{FF2B5EF4-FFF2-40B4-BE49-F238E27FC236}">
                  <a16:creationId xmlns:a16="http://schemas.microsoft.com/office/drawing/2014/main" id="{0A2258EB-4888-6738-A1C7-9D590B6469A4}"/>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7" name="Text 13">
              <a:extLst>
                <a:ext uri="{FF2B5EF4-FFF2-40B4-BE49-F238E27FC236}">
                  <a16:creationId xmlns:a16="http://schemas.microsoft.com/office/drawing/2014/main" id="{B116793F-230C-0695-306E-8A3D704E80CA}"/>
                </a:ext>
              </a:extLst>
            </p:cNvPr>
            <p:cNvSpPr/>
            <p:nvPr/>
          </p:nvSpPr>
          <p:spPr>
            <a:xfrm>
              <a:off x="8046720" y="4133088"/>
              <a:ext cx="3413760" cy="224548"/>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a:t>
              </a:r>
              <a:r>
                <a:rPr lang="en-US" sz="1400" dirty="0">
                  <a:solidFill>
                    <a:schemeClr val="bg1"/>
                  </a:solidFill>
                </a:rPr>
                <a:t>Approximation assumptions </a:t>
              </a:r>
            </a:p>
          </p:txBody>
        </p:sp>
        <p:sp>
          <p:nvSpPr>
            <p:cNvPr id="18" name="Text 14">
              <a:extLst>
                <a:ext uri="{FF2B5EF4-FFF2-40B4-BE49-F238E27FC236}">
                  <a16:creationId xmlns:a16="http://schemas.microsoft.com/office/drawing/2014/main" id="{19C2E016-7824-A27F-40B2-1B85D5B549E4}"/>
                </a:ext>
              </a:extLst>
            </p:cNvPr>
            <p:cNvSpPr/>
            <p:nvPr/>
          </p:nvSpPr>
          <p:spPr>
            <a:xfrm>
              <a:off x="8046720" y="4357636"/>
              <a:ext cx="3413760" cy="665468"/>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One cuboid per connected component: touching or 8-neighbor adjoined tall cells collapse into one tight bounding box.</a:t>
              </a:r>
            </a:p>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Flat roof: roof height is the maximum grid value in the cluster → no setbacks or stepped crowns inside the </a:t>
              </a:r>
              <a:r>
                <a:rPr lang="en-US" sz="1200" dirty="0" err="1">
                  <a:solidFill>
                    <a:srgbClr val="7A9BB5"/>
                  </a:solidFill>
                  <a:latin typeface="Calibri" pitchFamily="34" charset="0"/>
                  <a:ea typeface="Calibri" pitchFamily="34" charset="-122"/>
                  <a:cs typeface="Calibri" pitchFamily="34" charset="-120"/>
                </a:rPr>
                <a:t>bbox</a:t>
              </a:r>
              <a:r>
                <a:rPr lang="en-US" sz="1200" dirty="0">
                  <a:solidFill>
                    <a:srgbClr val="7A9BB5"/>
                  </a:solidFill>
                  <a:latin typeface="Calibri" pitchFamily="34" charset="0"/>
                  <a:ea typeface="Calibri" pitchFamily="34" charset="-122"/>
                  <a:cs typeface="Calibri" pitchFamily="34" charset="-120"/>
                </a:rPr>
                <a:t>.</a:t>
              </a:r>
            </a:p>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Integer grid indices: positions are discrete cell corners (int(</a:t>
              </a:r>
              <a:r>
                <a:rPr lang="en-US" sz="1200" dirty="0" err="1">
                  <a:solidFill>
                    <a:srgbClr val="7A9BB5"/>
                  </a:solidFill>
                  <a:latin typeface="Calibri" pitchFamily="34" charset="0"/>
                  <a:ea typeface="Calibri" pitchFamily="34" charset="-122"/>
                  <a:cs typeface="Calibri" pitchFamily="34" charset="-120"/>
                </a:rPr>
                <a:t>x_min</a:t>
              </a:r>
              <a:r>
                <a:rPr lang="en-US" sz="1200" dirty="0">
                  <a:solidFill>
                    <a:srgbClr val="7A9BB5"/>
                  </a:solidFill>
                  <a:latin typeface="Calibri" pitchFamily="34" charset="0"/>
                  <a:ea typeface="Calibri" pitchFamily="34" charset="-122"/>
                  <a:cs typeface="Calibri" pitchFamily="34" charset="-120"/>
                </a:rPr>
                <a:t>), …).</a:t>
              </a:r>
            </a:p>
            <a:p>
              <a:pPr marL="171450" indent="-171450" defTabSz="1219170">
                <a:buFont typeface="Arial" panose="020B0604020202020204" pitchFamily="34" charset="0"/>
                <a:buChar char="•"/>
              </a:pPr>
              <a:r>
                <a:rPr lang="en-US" sz="1200" dirty="0">
                  <a:solidFill>
                    <a:srgbClr val="7A9BB5"/>
                  </a:solidFill>
                  <a:latin typeface="Calibri" pitchFamily="34" charset="0"/>
                  <a:ea typeface="Calibri" pitchFamily="34" charset="-122"/>
                  <a:cs typeface="Calibri" pitchFamily="34" charset="-120"/>
                </a:rPr>
                <a:t>No sub-cell geometry: finer than one cell detail is lost.</a:t>
              </a:r>
            </a:p>
          </p:txBody>
        </p:sp>
      </p:grpSp>
      <p:sp>
        <p:nvSpPr>
          <p:cNvPr id="19" name="Text 14">
            <a:extLst>
              <a:ext uri="{FF2B5EF4-FFF2-40B4-BE49-F238E27FC236}">
                <a16:creationId xmlns:a16="http://schemas.microsoft.com/office/drawing/2014/main" id="{A5FC72F9-1AB1-FFD0-6EC2-28CCE1D7FEC3}"/>
              </a:ext>
            </a:extLst>
          </p:cNvPr>
          <p:cNvSpPr/>
          <p:nvPr/>
        </p:nvSpPr>
        <p:spPr>
          <a:xfrm>
            <a:off x="788699" y="2006189"/>
            <a:ext cx="5222693" cy="1291480"/>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Represent the city footprint as a 2D raster grid.</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Cells with height greater than zero indicate occupied building area; zero = open sky / ground-level space.</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The city is approximated by a set of 3D axis-aligned cuboids, not meshes or footprints per cell.</a:t>
            </a:r>
          </a:p>
        </p:txBody>
      </p:sp>
    </p:spTree>
    <p:extLst>
      <p:ext uri="{BB962C8B-B14F-4D97-AF65-F5344CB8AC3E}">
        <p14:creationId xmlns:p14="http://schemas.microsoft.com/office/powerpoint/2010/main" val="37691275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a:t>
            </a:r>
            <a:r>
              <a:rPr lang="en-US" sz="933" b="1" kern="0" spc="400" dirty="0">
                <a:solidFill>
                  <a:srgbClr val="00C8E8"/>
                </a:solidFill>
                <a:latin typeface="Calibri" pitchFamily="34" charset="0"/>
                <a:ea typeface="Calibri" pitchFamily="34" charset="-122"/>
                <a:cs typeface="Calibri" pitchFamily="34" charset="-120"/>
              </a:rPr>
              <a:t>B</a:t>
            </a: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 — </a:t>
            </a:r>
            <a:r>
              <a:rPr lang="en-US" sz="933" b="1" kern="0" spc="400" dirty="0">
                <a:solidFill>
                  <a:srgbClr val="00C8E8"/>
                </a:solidFill>
                <a:latin typeface="Calibri" pitchFamily="34" charset="0"/>
                <a:ea typeface="Calibri" pitchFamily="34" charset="-122"/>
                <a:cs typeface="Calibri" pitchFamily="34" charset="-120"/>
              </a:rPr>
              <a:t>FRAMEWORK 1</a:t>
            </a:r>
            <a:endParaRPr lang="en-US" sz="933" dirty="0">
              <a:solidFill>
                <a:prstClr val="black"/>
              </a:solidFill>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Landscape Approximation</a:t>
            </a:r>
            <a:endParaRPr lang="en-US" sz="3733" dirty="0">
              <a:solidFill>
                <a:prstClr val="black"/>
              </a:solidFill>
              <a:latin typeface="Calibri" panose="020F0502020204030204"/>
            </a:endParaRPr>
          </a:p>
        </p:txBody>
      </p:sp>
      <p:sp>
        <p:nvSpPr>
          <p:cNvPr id="4" name="Shape 2"/>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670560" y="1828800"/>
            <a:ext cx="4998720" cy="512064"/>
          </a:xfrm>
          <a:prstGeom prst="rect">
            <a:avLst/>
          </a:prstGeom>
          <a:noFill/>
          <a:ln/>
        </p:spPr>
        <p:txBody>
          <a:bodyPr wrap="square" lIns="0" tIns="0" rIns="0" bIns="0" rtlCol="0" anchor="ctr"/>
          <a:lstStyle/>
          <a:p>
            <a:pPr defTabSz="1219170"/>
            <a:r>
              <a:rPr lang="en-US" sz="1733" b="1" kern="0" spc="267" dirty="0">
                <a:solidFill>
                  <a:srgbClr val="00C8E8"/>
                </a:solidFill>
                <a:latin typeface="Calibri" pitchFamily="34" charset="0"/>
                <a:ea typeface="Calibri" pitchFamily="34" charset="-122"/>
                <a:cs typeface="Calibri" pitchFamily="34" charset="-120"/>
              </a:rPr>
              <a:t>Original Geometry</a:t>
            </a:r>
            <a:endParaRPr lang="en-US" sz="1733" dirty="0">
              <a:solidFill>
                <a:prstClr val="black"/>
              </a:solidFill>
              <a:latin typeface="Calibri" panose="020F0502020204030204"/>
            </a:endParaRPr>
          </a:p>
        </p:txBody>
      </p:sp>
      <p:sp>
        <p:nvSpPr>
          <p:cNvPr id="18" name="Shape 16"/>
          <p:cNvSpPr/>
          <p:nvPr/>
        </p:nvSpPr>
        <p:spPr>
          <a:xfrm>
            <a:off x="63398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20" name="Text 18"/>
          <p:cNvSpPr/>
          <p:nvPr/>
        </p:nvSpPr>
        <p:spPr>
          <a:xfrm>
            <a:off x="6461760" y="1828800"/>
            <a:ext cx="4998720" cy="512064"/>
          </a:xfrm>
          <a:prstGeom prst="rect">
            <a:avLst/>
          </a:prstGeom>
          <a:noFill/>
          <a:ln/>
        </p:spPr>
        <p:txBody>
          <a:bodyPr wrap="square" lIns="0" tIns="0" rIns="0" bIns="0" rtlCol="0" anchor="ctr"/>
          <a:lstStyle/>
          <a:p>
            <a:pPr defTabSz="1219170"/>
            <a:r>
              <a:rPr lang="en-US" sz="1733" b="1" kern="0" spc="267" dirty="0">
                <a:solidFill>
                  <a:srgbClr val="8B5CF6"/>
                </a:solidFill>
                <a:latin typeface="Calibri" pitchFamily="34" charset="0"/>
                <a:ea typeface="Calibri" pitchFamily="34" charset="-122"/>
                <a:cs typeface="Calibri" pitchFamily="34" charset="-120"/>
              </a:rPr>
              <a:t>Simplified Geometry</a:t>
            </a:r>
            <a:endParaRPr lang="en-US" sz="1733" dirty="0">
              <a:solidFill>
                <a:prstClr val="black"/>
              </a:solidFill>
              <a:latin typeface="Calibri" panose="020F0502020204030204"/>
            </a:endParaRPr>
          </a:p>
        </p:txBody>
      </p:sp>
      <p:sp>
        <p:nvSpPr>
          <p:cNvPr id="29" name="Shape 2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0" name="Text 2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pic>
        <p:nvPicPr>
          <p:cNvPr id="35" name="Picture 34">
            <a:extLst>
              <a:ext uri="{FF2B5EF4-FFF2-40B4-BE49-F238E27FC236}">
                <a16:creationId xmlns:a16="http://schemas.microsoft.com/office/drawing/2014/main" id="{C4211F30-5437-DE11-C2B1-EA0DF1010CAE}"/>
              </a:ext>
            </a:extLst>
          </p:cNvPr>
          <p:cNvPicPr>
            <a:picLocks noChangeAspect="1"/>
          </p:cNvPicPr>
          <p:nvPr/>
        </p:nvPicPr>
        <p:blipFill>
          <a:blip r:embed="rId3"/>
          <a:stretch>
            <a:fillRect/>
          </a:stretch>
        </p:blipFill>
        <p:spPr>
          <a:xfrm>
            <a:off x="6399828" y="2401825"/>
            <a:ext cx="5178314" cy="4063741"/>
          </a:xfrm>
          <a:prstGeom prst="rect">
            <a:avLst/>
          </a:prstGeom>
        </p:spPr>
      </p:pic>
      <p:sp>
        <p:nvSpPr>
          <p:cNvPr id="31" name="Arrow: Right 30">
            <a:extLst>
              <a:ext uri="{FF2B5EF4-FFF2-40B4-BE49-F238E27FC236}">
                <a16:creationId xmlns:a16="http://schemas.microsoft.com/office/drawing/2014/main" id="{195A68DE-CB18-57BD-6E0E-D46BB9570FC0}"/>
              </a:ext>
            </a:extLst>
          </p:cNvPr>
          <p:cNvSpPr/>
          <p:nvPr/>
        </p:nvSpPr>
        <p:spPr>
          <a:xfrm>
            <a:off x="5740400" y="3894667"/>
            <a:ext cx="782320" cy="677333"/>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4ACAA5FB-40E6-B569-C410-1CF2811A3961}"/>
              </a:ext>
            </a:extLst>
          </p:cNvPr>
          <p:cNvPicPr>
            <a:picLocks noChangeAspect="1"/>
          </p:cNvPicPr>
          <p:nvPr/>
        </p:nvPicPr>
        <p:blipFill>
          <a:blip r:embed="rId4"/>
          <a:stretch>
            <a:fillRect/>
          </a:stretch>
        </p:blipFill>
        <p:spPr>
          <a:xfrm>
            <a:off x="613858" y="2401824"/>
            <a:ext cx="5199098" cy="40637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7E99E31E-1A75-F64C-5946-87FC0866328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EE29A7-9BBA-4160-2F0A-712508296718}"/>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BC31D10-D1CD-A92E-21AD-2E7FF670FA6D}"/>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Fly Zone Addition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D519335-D484-0A16-8104-63CF7380D24A}"/>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E66F69E8-37F9-F158-1B84-1B456AFA089E}"/>
              </a:ext>
            </a:extLst>
          </p:cNvPr>
          <p:cNvGrpSpPr/>
          <p:nvPr/>
        </p:nvGrpSpPr>
        <p:grpSpPr>
          <a:xfrm>
            <a:off x="6530851" y="1352252"/>
            <a:ext cx="5547360" cy="3624612"/>
            <a:chOff x="6483773" y="1517905"/>
            <a:chExt cx="5547360" cy="3624612"/>
          </a:xfrm>
        </p:grpSpPr>
        <p:sp>
          <p:nvSpPr>
            <p:cNvPr id="26" name="Shape 24">
              <a:extLst>
                <a:ext uri="{FF2B5EF4-FFF2-40B4-BE49-F238E27FC236}">
                  <a16:creationId xmlns:a16="http://schemas.microsoft.com/office/drawing/2014/main" id="{CB6270D8-9842-2AE5-3149-177284A669E0}"/>
                </a:ext>
              </a:extLst>
            </p:cNvPr>
            <p:cNvSpPr/>
            <p:nvPr/>
          </p:nvSpPr>
          <p:spPr>
            <a:xfrm>
              <a:off x="6483773" y="1517905"/>
              <a:ext cx="5547360" cy="362461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A6825EBF-B4FE-0467-4DE0-814C93DD5052}"/>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C371E338-DBB8-984F-16FE-912FAE9E9CAE}"/>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ACFB3C1-D485-04A6-8DE1-83EB30F613C9}"/>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37CB4872-7F1E-D327-F322-E37D75F3495C}"/>
                </a:ext>
              </a:extLst>
            </p:cNvPr>
            <p:cNvSpPr/>
            <p:nvPr/>
          </p:nvSpPr>
          <p:spPr>
            <a:xfrm>
              <a:off x="6727613" y="2127504"/>
              <a:ext cx="107526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C227769E-1DAA-14FB-9592-E325DBB9DBB1}"/>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Read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building_cuboids.json</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2F9E0021-61F6-7E65-2201-AC39BE1156D4}"/>
                </a:ext>
              </a:extLst>
            </p:cNvPr>
            <p:cNvGrpSpPr/>
            <p:nvPr/>
          </p:nvGrpSpPr>
          <p:grpSpPr>
            <a:xfrm>
              <a:off x="6605693" y="2688336"/>
              <a:ext cx="5120640" cy="664464"/>
              <a:chOff x="6605693" y="2688336"/>
              <a:chExt cx="5120640" cy="512064"/>
            </a:xfrm>
          </p:grpSpPr>
          <p:sp>
            <p:nvSpPr>
              <p:cNvPr id="32" name="Shape 30">
                <a:extLst>
                  <a:ext uri="{FF2B5EF4-FFF2-40B4-BE49-F238E27FC236}">
                    <a16:creationId xmlns:a16="http://schemas.microsoft.com/office/drawing/2014/main" id="{ACEB88A7-D8EA-BD47-8594-EC72248C8B1B}"/>
                  </a:ext>
                </a:extLst>
              </p:cNvPr>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03BFB8E4-7A9B-81A6-B44D-822FEAB38302}"/>
                  </a:ext>
                </a:extLst>
              </p:cNvPr>
              <p:cNvSpPr/>
              <p:nvPr/>
            </p:nvSpPr>
            <p:spPr>
              <a:xfrm>
                <a:off x="6727613" y="2688336"/>
                <a:ext cx="8923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Expand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723400B8-1051-4532-93B2-FAEDCB8FD34D}"/>
                  </a:ext>
                </a:extLst>
              </p:cNvPr>
              <p:cNvSpPr/>
              <p:nvPr/>
            </p:nvSpPr>
            <p:spPr>
              <a:xfrm>
                <a:off x="7924800" y="2688336"/>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Per building: expand box by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param_building</a:t>
                </a: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nfz_vertices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0D0A8F1B-020C-5543-0E3B-773ECB576DFC}"/>
                </a:ext>
              </a:extLst>
            </p:cNvPr>
            <p:cNvGrpSpPr/>
            <p:nvPr/>
          </p:nvGrpSpPr>
          <p:grpSpPr>
            <a:xfrm>
              <a:off x="6600613" y="3428997"/>
              <a:ext cx="5120640" cy="762001"/>
              <a:chOff x="6605693" y="3249168"/>
              <a:chExt cx="5120640" cy="512065"/>
            </a:xfrm>
          </p:grpSpPr>
          <p:sp>
            <p:nvSpPr>
              <p:cNvPr id="35" name="Shape 33">
                <a:extLst>
                  <a:ext uri="{FF2B5EF4-FFF2-40B4-BE49-F238E27FC236}">
                    <a16:creationId xmlns:a16="http://schemas.microsoft.com/office/drawing/2014/main" id="{FACD2471-7DF3-5833-4A1A-9F32C96CEFBC}"/>
                  </a:ext>
                </a:extLst>
              </p:cNvPr>
              <p:cNvSpPr/>
              <p:nvPr/>
            </p:nvSpPr>
            <p:spPr>
              <a:xfrm>
                <a:off x="6605693" y="3249169"/>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BE6B4F09-B7EE-E5CE-A027-5199910CA398}"/>
                  </a:ext>
                </a:extLst>
              </p:cNvPr>
              <p:cNvSpPr/>
              <p:nvPr/>
            </p:nvSpPr>
            <p:spPr>
              <a:xfrm>
                <a:off x="6727613" y="3249168"/>
                <a:ext cx="97738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a:t>
                </a:r>
                <a:b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b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No Fly Zone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73B8BED1-FB86-B078-E547-0821E82757BA}"/>
                  </a:ext>
                </a:extLst>
              </p:cNvPr>
              <p:cNvSpPr/>
              <p:nvPr/>
            </p:nvSpPr>
            <p:spPr>
              <a:xfrm>
                <a:off x="7921749" y="3293533"/>
                <a:ext cx="3679613" cy="3932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panose="020F0502020204030204"/>
                    <a:ea typeface="+mn-ea"/>
                    <a:cs typeface="+mn-cs"/>
                  </a:rPr>
                  <a:t>Build ground cuboid: map XY × [0, </a:t>
                </a:r>
                <a:r>
                  <a:rPr kumimoji="0" lang="en-US" sz="1333" b="0" i="0" u="none" strike="noStrike" kern="1200" cap="none" spc="0" normalizeH="0" baseline="0" noProof="0" dirty="0" err="1">
                    <a:ln>
                      <a:noFill/>
                    </a:ln>
                    <a:solidFill>
                      <a:prstClr val="white"/>
                    </a:solidFill>
                    <a:effectLst/>
                    <a:uLnTx/>
                    <a:uFillTx/>
                    <a:latin typeface="Calibri" panose="020F0502020204030204"/>
                    <a:ea typeface="+mn-ea"/>
                    <a:cs typeface="+mn-cs"/>
                  </a:rPr>
                  <a:t>param_ground</a:t>
                </a:r>
                <a:r>
                  <a:rPr kumimoji="0" lang="en-US" sz="1333"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grpSp>
        <p:grpSp>
          <p:nvGrpSpPr>
            <p:cNvPr id="57" name="Group 56">
              <a:extLst>
                <a:ext uri="{FF2B5EF4-FFF2-40B4-BE49-F238E27FC236}">
                  <a16:creationId xmlns:a16="http://schemas.microsoft.com/office/drawing/2014/main" id="{086CAAC1-84B1-952B-8A09-ABCBBF20B419}"/>
                </a:ext>
              </a:extLst>
            </p:cNvPr>
            <p:cNvGrpSpPr/>
            <p:nvPr/>
          </p:nvGrpSpPr>
          <p:grpSpPr>
            <a:xfrm>
              <a:off x="6600613" y="4265674"/>
              <a:ext cx="5120640" cy="714753"/>
              <a:chOff x="6605693" y="3809999"/>
              <a:chExt cx="5120640" cy="714753"/>
            </a:xfrm>
          </p:grpSpPr>
          <p:sp>
            <p:nvSpPr>
              <p:cNvPr id="38" name="Shape 36">
                <a:extLst>
                  <a:ext uri="{FF2B5EF4-FFF2-40B4-BE49-F238E27FC236}">
                    <a16:creationId xmlns:a16="http://schemas.microsoft.com/office/drawing/2014/main" id="{EF62C446-484D-C3B8-1461-F829AC15D367}"/>
                  </a:ext>
                </a:extLst>
              </p:cNvPr>
              <p:cNvSpPr/>
              <p:nvPr/>
            </p:nvSpPr>
            <p:spPr>
              <a:xfrm>
                <a:off x="6605693" y="3809999"/>
                <a:ext cx="5120640" cy="714753"/>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E47485C3-31B3-8496-A0BD-99224AE8AAA5}"/>
                  </a:ext>
                </a:extLst>
              </p:cNvPr>
              <p:cNvSpPr/>
              <p:nvPr/>
            </p:nvSpPr>
            <p:spPr>
              <a:xfrm>
                <a:off x="6727613" y="3810000"/>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Formula</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8EC8E9A6-E807-27B3-6B8D-F72D2A6AF463}"/>
                  </a:ext>
                </a:extLst>
              </p:cNvPr>
              <p:cNvSpPr/>
              <p:nvPr/>
            </p:nvSpPr>
            <p:spPr>
              <a:xfrm>
                <a:off x="7921749" y="3845701"/>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x' ∈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x_min</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x_max+b</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y' ∈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y_min</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y_max+b</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z' ∈ [0,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z_max+b</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Ground: [0, </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param_ground</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over map footprint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F6EBB4D6-7617-34DF-6CB6-D2EFEA3192A8}"/>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3DB603C2-7C40-DDD4-6263-9C3C072BF17C}"/>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Shape 24">
            <a:extLst>
              <a:ext uri="{FF2B5EF4-FFF2-40B4-BE49-F238E27FC236}">
                <a16:creationId xmlns:a16="http://schemas.microsoft.com/office/drawing/2014/main" id="{D5D4931D-FB56-4186-4157-F640224F8BB9}"/>
              </a:ext>
            </a:extLst>
          </p:cNvPr>
          <p:cNvSpPr/>
          <p:nvPr/>
        </p:nvSpPr>
        <p:spPr>
          <a:xfrm>
            <a:off x="6530851" y="5136716"/>
            <a:ext cx="5547360" cy="86078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542DB93D-A478-7DD6-CEB5-3541C77D27AB}"/>
              </a:ext>
            </a:extLst>
          </p:cNvPr>
          <p:cNvSpPr/>
          <p:nvPr/>
        </p:nvSpPr>
        <p:spPr>
          <a:xfrm>
            <a:off x="6647691" y="5221671"/>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B6EFCD68-4606-9632-71A7-C1D1A4824D79}"/>
              </a:ext>
            </a:extLst>
          </p:cNvPr>
          <p:cNvSpPr/>
          <p:nvPr/>
        </p:nvSpPr>
        <p:spPr>
          <a:xfrm>
            <a:off x="6647691" y="5359658"/>
            <a:ext cx="517143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only_nfz_map</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_*.</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json</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NFZ only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ground_nfz</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building_nfzs</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for routing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C4E3B2E3-3EC7-F770-B913-3DB48DE73824}"/>
              </a:ext>
            </a:extLst>
          </p:cNvPr>
          <p:cNvGrpSpPr/>
          <p:nvPr/>
        </p:nvGrpSpPr>
        <p:grpSpPr>
          <a:xfrm>
            <a:off x="462282" y="1383888"/>
            <a:ext cx="5880610" cy="2098735"/>
            <a:chOff x="7802880" y="1889760"/>
            <a:chExt cx="3840480" cy="999744"/>
          </a:xfrm>
        </p:grpSpPr>
        <p:sp>
          <p:nvSpPr>
            <p:cNvPr id="10" name="Shape 3">
              <a:extLst>
                <a:ext uri="{FF2B5EF4-FFF2-40B4-BE49-F238E27FC236}">
                  <a16:creationId xmlns:a16="http://schemas.microsoft.com/office/drawing/2014/main" id="{B59CF0BC-857C-8574-9E3E-8F9207AD27C3}"/>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4">
              <a:extLst>
                <a:ext uri="{FF2B5EF4-FFF2-40B4-BE49-F238E27FC236}">
                  <a16:creationId xmlns:a16="http://schemas.microsoft.com/office/drawing/2014/main" id="{8806D53C-58D0-8B33-1942-4102B8026598}"/>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5">
              <a:extLst>
                <a:ext uri="{FF2B5EF4-FFF2-40B4-BE49-F238E27FC236}">
                  <a16:creationId xmlns:a16="http://schemas.microsoft.com/office/drawing/2014/main" id="{755AD828-B125-7D32-ED86-6B5FD1DC4AE9}"/>
                </a:ext>
              </a:extLst>
            </p:cNvPr>
            <p:cNvSpPr/>
            <p:nvPr/>
          </p:nvSpPr>
          <p:spPr>
            <a:xfrm>
              <a:off x="8046720" y="1938528"/>
              <a:ext cx="3413760" cy="198901"/>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Concept</a:t>
              </a:r>
            </a:p>
          </p:txBody>
        </p:sp>
      </p:grpSp>
      <p:grpSp>
        <p:nvGrpSpPr>
          <p:cNvPr id="14" name="Group 13">
            <a:extLst>
              <a:ext uri="{FF2B5EF4-FFF2-40B4-BE49-F238E27FC236}">
                <a16:creationId xmlns:a16="http://schemas.microsoft.com/office/drawing/2014/main" id="{5C87A7DB-098B-3A21-D8C2-9DD51A8A7981}"/>
              </a:ext>
            </a:extLst>
          </p:cNvPr>
          <p:cNvGrpSpPr/>
          <p:nvPr/>
        </p:nvGrpSpPr>
        <p:grpSpPr>
          <a:xfrm>
            <a:off x="462281" y="3661672"/>
            <a:ext cx="5875530" cy="2854952"/>
            <a:chOff x="7802880" y="4084320"/>
            <a:chExt cx="3840480" cy="999744"/>
          </a:xfrm>
        </p:grpSpPr>
        <p:sp>
          <p:nvSpPr>
            <p:cNvPr id="15" name="Shape 11">
              <a:extLst>
                <a:ext uri="{FF2B5EF4-FFF2-40B4-BE49-F238E27FC236}">
                  <a16:creationId xmlns:a16="http://schemas.microsoft.com/office/drawing/2014/main" id="{3E188313-26E5-5CBD-BE79-A5EC16A544E7}"/>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a:extLst>
                <a:ext uri="{FF2B5EF4-FFF2-40B4-BE49-F238E27FC236}">
                  <a16:creationId xmlns:a16="http://schemas.microsoft.com/office/drawing/2014/main" id="{FA7A4DF8-0BD0-4C10-9B65-5A2B21E6BC07}"/>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a:extLst>
                <a:ext uri="{FF2B5EF4-FFF2-40B4-BE49-F238E27FC236}">
                  <a16:creationId xmlns:a16="http://schemas.microsoft.com/office/drawing/2014/main" id="{FC7A3D6C-1388-16EA-2972-E0E8267FF9E6}"/>
                </a:ext>
              </a:extLst>
            </p:cNvPr>
            <p:cNvSpPr/>
            <p:nvPr/>
          </p:nvSpPr>
          <p:spPr>
            <a:xfrm>
              <a:off x="8046720" y="4133088"/>
              <a:ext cx="3413760" cy="22454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Approximation assumptions </a:t>
              </a:r>
            </a:p>
          </p:txBody>
        </p:sp>
        <p:sp>
          <p:nvSpPr>
            <p:cNvPr id="18" name="Text 14">
              <a:extLst>
                <a:ext uri="{FF2B5EF4-FFF2-40B4-BE49-F238E27FC236}">
                  <a16:creationId xmlns:a16="http://schemas.microsoft.com/office/drawing/2014/main" id="{545977B0-B46F-B02E-98F5-EDB8E3526079}"/>
                </a:ext>
              </a:extLst>
            </p:cNvPr>
            <p:cNvSpPr/>
            <p:nvPr/>
          </p:nvSpPr>
          <p:spPr>
            <a:xfrm>
              <a:off x="8046720" y="4357636"/>
              <a:ext cx="3413760" cy="665468"/>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Uniform buffer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param_building</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in ±X, ±Y and +Z above roof</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NFZ built from cuboid geometry, not raw grid cells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NFZ base always at z = 0</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 XY = extent of all buildings (not separate map border)</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Conservative: overlapping NFZs allowed in dense areas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Limitation: static boxes only — no curved corridors or dynamic rules</a:t>
              </a:r>
            </a:p>
          </p:txBody>
        </p:sp>
      </p:grpSp>
      <p:sp>
        <p:nvSpPr>
          <p:cNvPr id="19" name="Text 14">
            <a:extLst>
              <a:ext uri="{FF2B5EF4-FFF2-40B4-BE49-F238E27FC236}">
                <a16:creationId xmlns:a16="http://schemas.microsoft.com/office/drawing/2014/main" id="{6EBFEAE6-06A4-FFBD-9E4E-424265D29E3C}"/>
              </a:ext>
            </a:extLst>
          </p:cNvPr>
          <p:cNvSpPr/>
          <p:nvPr/>
        </p:nvSpPr>
        <p:spPr>
          <a:xfrm>
            <a:off x="788699" y="2006189"/>
            <a:ext cx="5222693" cy="1291480"/>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After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gridtoBlock</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cuboids → add forbidden flight volumes (NFZ)</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NFZ: buffer around each building cuboid</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 NFZ: low slab over full map footprint (z = 0 …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param_ground</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NFZ = axis-aligned 3D boxes (same as pathfinder geometry)</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Output: </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only_nfz_map</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_*.</a:t>
            </a:r>
            <a:r>
              <a:rPr kumimoji="0" lang="en-US" sz="14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json</a:t>
            </a:r>
            <a:r>
              <a:rPr kumimoji="0" lang="en-US" sz="14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 used for VG + Dijkstra</a:t>
            </a:r>
          </a:p>
        </p:txBody>
      </p:sp>
    </p:spTree>
    <p:extLst>
      <p:ext uri="{BB962C8B-B14F-4D97-AF65-F5344CB8AC3E}">
        <p14:creationId xmlns:p14="http://schemas.microsoft.com/office/powerpoint/2010/main" val="117031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0F36D2B5-123A-F4D3-4BC0-FEC2232AB75C}"/>
            </a:ext>
          </a:extLst>
        </p:cNvPr>
        <p:cNvGrpSpPr/>
        <p:nvPr/>
      </p:nvGrpSpPr>
      <p:grpSpPr>
        <a:xfrm>
          <a:off x="0" y="0"/>
          <a:ext cx="0" cy="0"/>
          <a:chOff x="0" y="0"/>
          <a:chExt cx="0" cy="0"/>
        </a:xfrm>
      </p:grpSpPr>
      <p:sp>
        <p:nvSpPr>
          <p:cNvPr id="18" name="Shape 16">
            <a:extLst>
              <a:ext uri="{FF2B5EF4-FFF2-40B4-BE49-F238E27FC236}">
                <a16:creationId xmlns:a16="http://schemas.microsoft.com/office/drawing/2014/main" id="{6A6FDDEB-8BAA-2BB7-3113-CF7CEF0FD637}"/>
              </a:ext>
            </a:extLst>
          </p:cNvPr>
          <p:cNvSpPr/>
          <p:nvPr/>
        </p:nvSpPr>
        <p:spPr>
          <a:xfrm>
            <a:off x="63398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 0">
            <a:extLst>
              <a:ext uri="{FF2B5EF4-FFF2-40B4-BE49-F238E27FC236}">
                <a16:creationId xmlns:a16="http://schemas.microsoft.com/office/drawing/2014/main" id="{D07F6C0B-7248-F1C0-70A2-8AEE3B012E94}"/>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a:t>
            </a:r>
            <a:r>
              <a:rPr lang="en-US" sz="933" b="1" kern="0" spc="400" dirty="0">
                <a:solidFill>
                  <a:srgbClr val="00C8E8"/>
                </a:solidFill>
                <a:latin typeface="Calibri" pitchFamily="34" charset="0"/>
                <a:ea typeface="Calibri" pitchFamily="34" charset="-122"/>
                <a:cs typeface="Calibri" pitchFamily="34" charset="-120"/>
              </a:rPr>
              <a:t>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01F7150D-CFA3-458F-95AA-1D06B1F66CF3}"/>
              </a:ext>
            </a:extLst>
          </p:cNvPr>
          <p:cNvSpPr/>
          <p:nvPr/>
        </p:nvSpPr>
        <p:spPr>
          <a:xfrm>
            <a:off x="548640" y="707136"/>
            <a:ext cx="11094720" cy="853440"/>
          </a:xfrm>
          <a:prstGeom prst="rect">
            <a:avLst/>
          </a:prstGeom>
          <a:noFill/>
          <a:ln/>
        </p:spPr>
        <p:txBody>
          <a:bodyPr wrap="square" lIns="0" tIns="0" rIns="0" bIns="0" rtlCol="0" anchor="ctr"/>
          <a:lstStyle/>
          <a:p>
            <a:pPr lvl="0" defTabSz="1219170">
              <a:defRPr/>
            </a:pPr>
            <a:r>
              <a:rPr lang="en-US" sz="3733" b="1" dirty="0">
                <a:solidFill>
                  <a:srgbClr val="FFFFFF"/>
                </a:solidFill>
                <a:latin typeface="Calibri" pitchFamily="34" charset="0"/>
                <a:ea typeface="Calibri" pitchFamily="34" charset="-122"/>
                <a:cs typeface="Calibri" pitchFamily="34" charset="-120"/>
              </a:rPr>
              <a:t>No Fly Zone Addition</a:t>
            </a:r>
            <a:endParaRPr lang="en-US" sz="3733" dirty="0">
              <a:solidFill>
                <a:prstClr val="black"/>
              </a:solidFill>
            </a:endParaRPr>
          </a:p>
        </p:txBody>
      </p:sp>
      <p:sp>
        <p:nvSpPr>
          <p:cNvPr id="4" name="Shape 2">
            <a:extLst>
              <a:ext uri="{FF2B5EF4-FFF2-40B4-BE49-F238E27FC236}">
                <a16:creationId xmlns:a16="http://schemas.microsoft.com/office/drawing/2014/main" id="{A41A6C58-9F0E-DBE2-F90A-AB73D55A0E5B}"/>
              </a:ext>
            </a:extLst>
          </p:cNvPr>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AEC41FE-6B3F-99CB-57C1-E5B2F59E4F42}"/>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81D993D4-F5CD-3456-5C14-A2A59D6058E9}"/>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C4E489C1-EDDE-81D2-C523-F3BE36FE47F7}"/>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Approximated Geometry</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8AE1F6E7-537D-9CA0-6988-7D08BB60F207}"/>
              </a:ext>
            </a:extLst>
          </p:cNvPr>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BB9D8D4B-96D3-EE4B-C62A-33BF8774F61B}"/>
              </a:ext>
            </a:extLst>
          </p:cNvPr>
          <p:cNvSpPr/>
          <p:nvPr/>
        </p:nvSpPr>
        <p:spPr>
          <a:xfrm>
            <a:off x="64617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srgbClr val="8B5CF6"/>
                </a:solidFill>
                <a:effectLst/>
                <a:uLnTx/>
                <a:uFillTx/>
                <a:latin typeface="Calibri" pitchFamily="34" charset="0"/>
                <a:ea typeface="Calibri" pitchFamily="34" charset="-122"/>
                <a:cs typeface="Calibri" pitchFamily="34" charset="-120"/>
              </a:rPr>
              <a:t>No Fl</a:t>
            </a:r>
            <a:r>
              <a:rPr lang="en-US" sz="1733" b="1" kern="0" spc="267" dirty="0">
                <a:solidFill>
                  <a:srgbClr val="8B5CF6"/>
                </a:solidFill>
                <a:latin typeface="Calibri" pitchFamily="34" charset="0"/>
                <a:ea typeface="Calibri" pitchFamily="34" charset="-122"/>
                <a:cs typeface="Calibri" pitchFamily="34" charset="-120"/>
              </a:rPr>
              <a:t>y Zone</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E73E14ED-46B3-EAF5-2A7B-D7E0C58FA7F5}"/>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D67E86C0-1B27-938F-0AB3-5A8DC748C9C7}"/>
              </a:ext>
            </a:extLst>
          </p:cNvPr>
          <p:cNvPicPr>
            <a:picLocks noChangeAspect="1"/>
          </p:cNvPicPr>
          <p:nvPr/>
        </p:nvPicPr>
        <p:blipFill>
          <a:blip r:embed="rId3"/>
          <a:stretch>
            <a:fillRect/>
          </a:stretch>
        </p:blipFill>
        <p:spPr>
          <a:xfrm>
            <a:off x="6461759" y="2398027"/>
            <a:ext cx="5118997" cy="4067529"/>
          </a:xfrm>
          <a:prstGeom prst="rect">
            <a:avLst/>
          </a:prstGeom>
        </p:spPr>
      </p:pic>
      <p:sp>
        <p:nvSpPr>
          <p:cNvPr id="30" name="Text 28">
            <a:extLst>
              <a:ext uri="{FF2B5EF4-FFF2-40B4-BE49-F238E27FC236}">
                <a16:creationId xmlns:a16="http://schemas.microsoft.com/office/drawing/2014/main" id="{0007FFC9-062C-383D-11F9-D8C1EFC003BD}"/>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Arrow: Right 30">
            <a:extLst>
              <a:ext uri="{FF2B5EF4-FFF2-40B4-BE49-F238E27FC236}">
                <a16:creationId xmlns:a16="http://schemas.microsoft.com/office/drawing/2014/main" id="{A24CDE6D-B56E-11EB-8B68-8C1D24CF9375}"/>
              </a:ext>
            </a:extLst>
          </p:cNvPr>
          <p:cNvSpPr/>
          <p:nvPr/>
        </p:nvSpPr>
        <p:spPr>
          <a:xfrm>
            <a:off x="5740400" y="3894667"/>
            <a:ext cx="782320" cy="677333"/>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5" name="Picture 34">
            <a:extLst>
              <a:ext uri="{FF2B5EF4-FFF2-40B4-BE49-F238E27FC236}">
                <a16:creationId xmlns:a16="http://schemas.microsoft.com/office/drawing/2014/main" id="{7C660204-B7D9-0E90-651C-7781C4FD6FB6}"/>
              </a:ext>
            </a:extLst>
          </p:cNvPr>
          <p:cNvPicPr>
            <a:picLocks noChangeAspect="1"/>
          </p:cNvPicPr>
          <p:nvPr/>
        </p:nvPicPr>
        <p:blipFill>
          <a:blip r:embed="rId4"/>
          <a:stretch>
            <a:fillRect/>
          </a:stretch>
        </p:blipFill>
        <p:spPr>
          <a:xfrm>
            <a:off x="611243" y="2388069"/>
            <a:ext cx="5178314" cy="4063741"/>
          </a:xfrm>
          <a:prstGeom prst="rect">
            <a:avLst/>
          </a:prstGeom>
        </p:spPr>
      </p:pic>
    </p:spTree>
    <p:extLst>
      <p:ext uri="{BB962C8B-B14F-4D97-AF65-F5344CB8AC3E}">
        <p14:creationId xmlns:p14="http://schemas.microsoft.com/office/powerpoint/2010/main" val="39032147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6705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212574"/>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Pathfinder method I - Graph &amp; sampling methods </a:t>
            </a:r>
            <a:endParaRPr lang="en-US" sz="3733" dirty="0">
              <a:solidFill>
                <a:prstClr val="black"/>
              </a:solidFill>
              <a:latin typeface="Calibri" panose="020F0502020204030204"/>
            </a:endParaRPr>
          </a:p>
        </p:txBody>
      </p:sp>
      <p:sp>
        <p:nvSpPr>
          <p:cNvPr id="4" name="Shape 2"/>
          <p:cNvSpPr/>
          <p:nvPr/>
        </p:nvSpPr>
        <p:spPr>
          <a:xfrm>
            <a:off x="548640" y="1021513"/>
            <a:ext cx="1109472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1" name="Group 30">
            <a:extLst>
              <a:ext uri="{FF2B5EF4-FFF2-40B4-BE49-F238E27FC236}">
                <a16:creationId xmlns:a16="http://schemas.microsoft.com/office/drawing/2014/main" id="{01B105C6-5FC1-98EE-7B97-ABC3F626F3D6}"/>
              </a:ext>
            </a:extLst>
          </p:cNvPr>
          <p:cNvGrpSpPr/>
          <p:nvPr/>
        </p:nvGrpSpPr>
        <p:grpSpPr>
          <a:xfrm>
            <a:off x="133772" y="4326872"/>
            <a:ext cx="3845561" cy="2170792"/>
            <a:chOff x="548640" y="1828800"/>
            <a:chExt cx="5303520" cy="4693920"/>
          </a:xfrm>
        </p:grpSpPr>
        <p:sp>
          <p:nvSpPr>
            <p:cNvPr id="5" name="Shape 3"/>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670560" y="1828800"/>
              <a:ext cx="4998720" cy="512064"/>
            </a:xfrm>
            <a:prstGeom prst="rect">
              <a:avLst/>
            </a:prstGeom>
            <a:noFill/>
            <a:ln/>
          </p:spPr>
          <p:txBody>
            <a:bodyPr wrap="square" lIns="0" tIns="0" rIns="0" bIns="0" rtlCol="0" anchor="ctr"/>
            <a:lstStyle/>
            <a:p>
              <a:pPr defTabSz="1219170"/>
              <a:r>
                <a:rPr lang="en-US" sz="1733" b="1" kern="0" spc="267" dirty="0">
                  <a:solidFill>
                    <a:schemeClr val="bg1"/>
                  </a:solidFill>
                  <a:latin typeface="Calibri" pitchFamily="34" charset="0"/>
                  <a:ea typeface="Calibri" pitchFamily="34" charset="-122"/>
                  <a:cs typeface="Calibri" pitchFamily="34" charset="-120"/>
                </a:rPr>
                <a:t>Visibility Graph + </a:t>
              </a:r>
              <a:r>
                <a:rPr lang="en-US" sz="1733" b="1" kern="0" spc="267" dirty="0" err="1">
                  <a:solidFill>
                    <a:schemeClr val="bg1"/>
                  </a:solidFill>
                  <a:latin typeface="Calibri" pitchFamily="34" charset="0"/>
                  <a:ea typeface="Calibri" pitchFamily="34" charset="-122"/>
                  <a:cs typeface="Calibri" pitchFamily="34" charset="-120"/>
                </a:rPr>
                <a:t>Djkstra</a:t>
              </a:r>
              <a:endParaRPr lang="en-US" sz="1733" dirty="0">
                <a:solidFill>
                  <a:schemeClr val="bg1"/>
                </a:solidFill>
                <a:latin typeface="Calibri" panose="020F0502020204030204"/>
              </a:endParaRPr>
            </a:p>
          </p:txBody>
        </p:sp>
        <p:sp>
          <p:nvSpPr>
            <p:cNvPr id="10" name="Text 8"/>
            <p:cNvSpPr/>
            <p:nvPr/>
          </p:nvSpPr>
          <p:spPr>
            <a:xfrm>
              <a:off x="792479" y="2596309"/>
              <a:ext cx="4876800" cy="1904515"/>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Short, near-optimal geometric path;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Few waypoints;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Deterministic</a:t>
              </a:r>
            </a:p>
            <a:p>
              <a:pPr defTabSz="1219170"/>
              <a:endParaRPr lang="en-US" sz="1400" dirty="0">
                <a:solidFill>
                  <a:prstClr val="black"/>
                </a:solidFill>
                <a:latin typeface="Calibri" panose="020F0502020204030204"/>
              </a:endParaRPr>
            </a:p>
          </p:txBody>
        </p:sp>
        <p:sp>
          <p:nvSpPr>
            <p:cNvPr id="11" name="Text 9"/>
            <p:cNvSpPr/>
            <p:nvPr/>
          </p:nvSpPr>
          <p:spPr>
            <a:xfrm>
              <a:off x="772416" y="5416356"/>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latin typeface="Calibri" panose="020F0502020204030204"/>
                </a:rPr>
                <a:t>Graph size grows with obstacles; </a:t>
              </a:r>
            </a:p>
            <a:p>
              <a:pPr marL="285750" indent="-285750" defTabSz="1219170">
                <a:buFont typeface="Arial" panose="020B0604020202020204" pitchFamily="34" charset="0"/>
                <a:buChar char="•"/>
              </a:pPr>
              <a:r>
                <a:rPr lang="en-US" sz="1400" dirty="0">
                  <a:solidFill>
                    <a:schemeClr val="bg1"/>
                  </a:solidFill>
                  <a:latin typeface="Calibri" panose="020F0502020204030204"/>
                </a:rPr>
                <a:t>Slow for many buildings</a:t>
              </a:r>
            </a:p>
          </p:txBody>
        </p:sp>
      </p:grpSp>
      <p:sp>
        <p:nvSpPr>
          <p:cNvPr id="29" name="Shape 2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0" name="Text 2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32" name="Group 31">
            <a:extLst>
              <a:ext uri="{FF2B5EF4-FFF2-40B4-BE49-F238E27FC236}">
                <a16:creationId xmlns:a16="http://schemas.microsoft.com/office/drawing/2014/main" id="{FAB30155-C694-BA6D-943A-AA4DEF471C5F}"/>
              </a:ext>
            </a:extLst>
          </p:cNvPr>
          <p:cNvGrpSpPr/>
          <p:nvPr/>
        </p:nvGrpSpPr>
        <p:grpSpPr>
          <a:xfrm>
            <a:off x="8255000" y="4339586"/>
            <a:ext cx="3845561" cy="2170792"/>
            <a:chOff x="548640" y="1828800"/>
            <a:chExt cx="5303520" cy="4693920"/>
          </a:xfrm>
        </p:grpSpPr>
        <p:sp>
          <p:nvSpPr>
            <p:cNvPr id="33" name="Shape 3">
              <a:extLst>
                <a:ext uri="{FF2B5EF4-FFF2-40B4-BE49-F238E27FC236}">
                  <a16:creationId xmlns:a16="http://schemas.microsoft.com/office/drawing/2014/main" id="{EECA0939-133E-1D8A-8104-16680B90B9EF}"/>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34" name="Shape 4">
              <a:extLst>
                <a:ext uri="{FF2B5EF4-FFF2-40B4-BE49-F238E27FC236}">
                  <a16:creationId xmlns:a16="http://schemas.microsoft.com/office/drawing/2014/main" id="{3C13D61F-CD4E-A317-DA33-3C14BDC18E0F}"/>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35" name="Text 5">
              <a:extLst>
                <a:ext uri="{FF2B5EF4-FFF2-40B4-BE49-F238E27FC236}">
                  <a16:creationId xmlns:a16="http://schemas.microsoft.com/office/drawing/2014/main" id="{B54AA403-3B7B-1C2A-2AC6-0E329A28FCA4}"/>
                </a:ext>
              </a:extLst>
            </p:cNvPr>
            <p:cNvSpPr/>
            <p:nvPr/>
          </p:nvSpPr>
          <p:spPr>
            <a:xfrm>
              <a:off x="670560" y="1828800"/>
              <a:ext cx="4998720" cy="512064"/>
            </a:xfrm>
            <a:prstGeom prst="rect">
              <a:avLst/>
            </a:prstGeom>
            <a:noFill/>
            <a:ln/>
          </p:spPr>
          <p:txBody>
            <a:bodyPr wrap="square" lIns="0" tIns="0" rIns="0" bIns="0" rtlCol="0" anchor="ctr"/>
            <a:lstStyle/>
            <a:p>
              <a:pPr defTabSz="1219170"/>
              <a:r>
                <a:rPr lang="en-US" sz="1733" b="1" kern="0" spc="267" dirty="0">
                  <a:solidFill>
                    <a:schemeClr val="bg1"/>
                  </a:solidFill>
                  <a:latin typeface="Calibri" pitchFamily="34" charset="0"/>
                  <a:ea typeface="Calibri" pitchFamily="34" charset="-122"/>
                  <a:cs typeface="Calibri" pitchFamily="34" charset="-120"/>
                </a:rPr>
                <a:t>RRT*</a:t>
              </a:r>
              <a:endParaRPr lang="en-US" sz="1733" dirty="0">
                <a:solidFill>
                  <a:schemeClr val="bg1"/>
                </a:solidFill>
                <a:latin typeface="Calibri" panose="020F0502020204030204"/>
              </a:endParaRPr>
            </a:p>
          </p:txBody>
        </p:sp>
        <p:sp>
          <p:nvSpPr>
            <p:cNvPr id="38" name="Text 8">
              <a:extLst>
                <a:ext uri="{FF2B5EF4-FFF2-40B4-BE49-F238E27FC236}">
                  <a16:creationId xmlns:a16="http://schemas.microsoft.com/office/drawing/2014/main" id="{CC0CA7DE-0194-3E7A-8F6E-A980B8428BE8}"/>
                </a:ext>
              </a:extLst>
            </p:cNvPr>
            <p:cNvSpPr/>
            <p:nvPr/>
          </p:nvSpPr>
          <p:spPr>
            <a:xfrm>
              <a:off x="761999" y="315055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Good for complex spaces;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Asymptotically optimal (RRT*);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Handles continuous 3D</a:t>
              </a:r>
            </a:p>
          </p:txBody>
        </p:sp>
        <p:sp>
          <p:nvSpPr>
            <p:cNvPr id="42" name="Text 12">
              <a:extLst>
                <a:ext uri="{FF2B5EF4-FFF2-40B4-BE49-F238E27FC236}">
                  <a16:creationId xmlns:a16="http://schemas.microsoft.com/office/drawing/2014/main" id="{C89A0CA7-FFA2-32C8-3044-B862A95CDEE8}"/>
                </a:ext>
              </a:extLst>
            </p:cNvPr>
            <p:cNvSpPr/>
            <p:nvPr/>
          </p:nvSpPr>
          <p:spPr>
            <a:xfrm>
              <a:off x="792480" y="532790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Stochastic and can be slow; </a:t>
              </a:r>
            </a:p>
            <a:p>
              <a:pPr marL="285750" indent="-285750" defTabSz="1219170">
                <a:buFont typeface="Arial" panose="020B0604020202020204" pitchFamily="34" charset="0"/>
                <a:buChar char="•"/>
              </a:pPr>
              <a:r>
                <a:rPr lang="en-US" sz="1400" dirty="0">
                  <a:solidFill>
                    <a:schemeClr val="bg1"/>
                  </a:solidFill>
                </a:rPr>
                <a:t>Jagged paths unless post-smoothed;</a:t>
              </a:r>
            </a:p>
            <a:p>
              <a:pPr marL="285750" indent="-285750" defTabSz="1219170">
                <a:buFont typeface="Arial" panose="020B0604020202020204" pitchFamily="34" charset="0"/>
                <a:buChar char="•"/>
              </a:pPr>
              <a:r>
                <a:rPr lang="en-US" sz="1400" dirty="0">
                  <a:solidFill>
                    <a:schemeClr val="bg1"/>
                  </a:solidFill>
                </a:rPr>
                <a:t> Parameter-sensitive</a:t>
              </a:r>
            </a:p>
          </p:txBody>
        </p:sp>
      </p:grpSp>
      <p:grpSp>
        <p:nvGrpSpPr>
          <p:cNvPr id="44" name="Group 43">
            <a:extLst>
              <a:ext uri="{FF2B5EF4-FFF2-40B4-BE49-F238E27FC236}">
                <a16:creationId xmlns:a16="http://schemas.microsoft.com/office/drawing/2014/main" id="{C283188B-5979-EA52-50DB-48CA5B4C5353}"/>
              </a:ext>
            </a:extLst>
          </p:cNvPr>
          <p:cNvGrpSpPr/>
          <p:nvPr/>
        </p:nvGrpSpPr>
        <p:grpSpPr>
          <a:xfrm>
            <a:off x="4194386" y="4339586"/>
            <a:ext cx="3845561" cy="2170792"/>
            <a:chOff x="548640" y="1828800"/>
            <a:chExt cx="5303520" cy="4693920"/>
          </a:xfrm>
        </p:grpSpPr>
        <p:sp>
          <p:nvSpPr>
            <p:cNvPr id="45" name="Shape 3">
              <a:extLst>
                <a:ext uri="{FF2B5EF4-FFF2-40B4-BE49-F238E27FC236}">
                  <a16:creationId xmlns:a16="http://schemas.microsoft.com/office/drawing/2014/main" id="{6763EB5C-384B-C406-0711-DDE29F601104}"/>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46" name="Shape 4">
              <a:extLst>
                <a:ext uri="{FF2B5EF4-FFF2-40B4-BE49-F238E27FC236}">
                  <a16:creationId xmlns:a16="http://schemas.microsoft.com/office/drawing/2014/main" id="{349FD68B-946D-28D7-5AEE-6DCDFEF07DAB}"/>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47" name="Text 5">
              <a:extLst>
                <a:ext uri="{FF2B5EF4-FFF2-40B4-BE49-F238E27FC236}">
                  <a16:creationId xmlns:a16="http://schemas.microsoft.com/office/drawing/2014/main" id="{E52FBA15-E6C3-EC4C-A6FC-34CD8D47A8D6}"/>
                </a:ext>
              </a:extLst>
            </p:cNvPr>
            <p:cNvSpPr/>
            <p:nvPr/>
          </p:nvSpPr>
          <p:spPr>
            <a:xfrm>
              <a:off x="670560" y="1828800"/>
              <a:ext cx="4998720" cy="512065"/>
            </a:xfrm>
            <a:prstGeom prst="rect">
              <a:avLst/>
            </a:prstGeom>
            <a:noFill/>
            <a:ln/>
          </p:spPr>
          <p:txBody>
            <a:bodyPr wrap="square" lIns="0" tIns="0" rIns="0" bIns="0" rtlCol="0" anchor="ctr"/>
            <a:lstStyle/>
            <a:p>
              <a:pPr defTabSz="1219170"/>
              <a:r>
                <a:rPr lang="en-US" sz="1733" b="1" kern="0" spc="267" dirty="0">
                  <a:solidFill>
                    <a:schemeClr val="bg1"/>
                  </a:solidFill>
                  <a:latin typeface="Calibri" pitchFamily="34" charset="0"/>
                  <a:ea typeface="Calibri" pitchFamily="34" charset="-122"/>
                  <a:cs typeface="Calibri" pitchFamily="34" charset="-120"/>
                </a:rPr>
                <a:t>PRM</a:t>
              </a:r>
              <a:endParaRPr lang="en-US" sz="1733" dirty="0">
                <a:solidFill>
                  <a:schemeClr val="bg1"/>
                </a:solidFill>
                <a:latin typeface="Calibri" panose="020F0502020204030204"/>
              </a:endParaRPr>
            </a:p>
          </p:txBody>
        </p:sp>
        <p:sp>
          <p:nvSpPr>
            <p:cNvPr id="51" name="Text 9">
              <a:extLst>
                <a:ext uri="{FF2B5EF4-FFF2-40B4-BE49-F238E27FC236}">
                  <a16:creationId xmlns:a16="http://schemas.microsoft.com/office/drawing/2014/main" id="{AC2AC774-A459-426B-04C8-132177C37281}"/>
                </a:ext>
              </a:extLst>
            </p:cNvPr>
            <p:cNvSpPr/>
            <p:nvPr/>
          </p:nvSpPr>
          <p:spPr>
            <a:xfrm>
              <a:off x="792479" y="3267457"/>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Works in cluttered 3D without explicit corners; </a:t>
              </a:r>
            </a:p>
            <a:p>
              <a:pPr marL="285750" indent="-285750" defTabSz="1219170">
                <a:buFont typeface="Arial" panose="020B0604020202020204" pitchFamily="34" charset="0"/>
                <a:buChar char="•"/>
              </a:pPr>
              <a:r>
                <a:rPr lang="en-US" sz="1400" dirty="0">
                  <a:solidFill>
                    <a:srgbClr val="E8F4F8"/>
                  </a:solidFill>
                  <a:latin typeface="Calibri" pitchFamily="34" charset="0"/>
                  <a:ea typeface="Calibri" pitchFamily="34" charset="-122"/>
                  <a:cs typeface="Calibri" pitchFamily="34" charset="-120"/>
                </a:rPr>
                <a:t>Probabilistically complete (enough samples)</a:t>
              </a:r>
            </a:p>
          </p:txBody>
        </p:sp>
        <p:sp>
          <p:nvSpPr>
            <p:cNvPr id="54" name="Text 12">
              <a:extLst>
                <a:ext uri="{FF2B5EF4-FFF2-40B4-BE49-F238E27FC236}">
                  <a16:creationId xmlns:a16="http://schemas.microsoft.com/office/drawing/2014/main" id="{915CA1C8-4143-CECD-2FCF-1E49AE6EBC1E}"/>
                </a:ext>
              </a:extLst>
            </p:cNvPr>
            <p:cNvSpPr/>
            <p:nvPr/>
          </p:nvSpPr>
          <p:spPr>
            <a:xfrm>
              <a:off x="792479" y="4919473"/>
              <a:ext cx="4876800" cy="938783"/>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Tuning samples / k-neighbors; </a:t>
              </a:r>
            </a:p>
            <a:p>
              <a:pPr marL="285750" indent="-285750" defTabSz="1219170">
                <a:buFont typeface="Arial" panose="020B0604020202020204" pitchFamily="34" charset="0"/>
                <a:buChar char="•"/>
              </a:pPr>
              <a:r>
                <a:rPr lang="en-US" sz="1400" dirty="0">
                  <a:solidFill>
                    <a:schemeClr val="bg1"/>
                  </a:solidFill>
                </a:rPr>
                <a:t>Not guaranteed shortest</a:t>
              </a:r>
            </a:p>
          </p:txBody>
        </p:sp>
      </p:grpSp>
      <p:pic>
        <p:nvPicPr>
          <p:cNvPr id="57" name="Picture 56">
            <a:extLst>
              <a:ext uri="{FF2B5EF4-FFF2-40B4-BE49-F238E27FC236}">
                <a16:creationId xmlns:a16="http://schemas.microsoft.com/office/drawing/2014/main" id="{46BD0B25-18A8-35B9-D842-C35FDB86BAE0}"/>
              </a:ext>
            </a:extLst>
          </p:cNvPr>
          <p:cNvPicPr>
            <a:picLocks noChangeAspect="1"/>
          </p:cNvPicPr>
          <p:nvPr/>
        </p:nvPicPr>
        <p:blipFill>
          <a:blip r:embed="rId3"/>
          <a:stretch>
            <a:fillRect/>
          </a:stretch>
        </p:blipFill>
        <p:spPr>
          <a:xfrm>
            <a:off x="548640" y="1102600"/>
            <a:ext cx="3273888" cy="3200400"/>
          </a:xfrm>
          <a:prstGeom prst="rect">
            <a:avLst/>
          </a:prstGeom>
        </p:spPr>
      </p:pic>
      <p:pic>
        <p:nvPicPr>
          <p:cNvPr id="59" name="Picture 58">
            <a:extLst>
              <a:ext uri="{FF2B5EF4-FFF2-40B4-BE49-F238E27FC236}">
                <a16:creationId xmlns:a16="http://schemas.microsoft.com/office/drawing/2014/main" id="{3D5AF354-FF3E-F7E7-C5CA-E24A1D26EABE}"/>
              </a:ext>
            </a:extLst>
          </p:cNvPr>
          <p:cNvPicPr>
            <a:picLocks noChangeAspect="1"/>
          </p:cNvPicPr>
          <p:nvPr/>
        </p:nvPicPr>
        <p:blipFill>
          <a:blip r:embed="rId4"/>
          <a:stretch>
            <a:fillRect/>
          </a:stretch>
        </p:blipFill>
        <p:spPr>
          <a:xfrm>
            <a:off x="4441460" y="1102535"/>
            <a:ext cx="3307211" cy="3200400"/>
          </a:xfrm>
          <a:prstGeom prst="rect">
            <a:avLst/>
          </a:prstGeom>
        </p:spPr>
      </p:pic>
      <p:pic>
        <p:nvPicPr>
          <p:cNvPr id="61" name="Picture 60">
            <a:extLst>
              <a:ext uri="{FF2B5EF4-FFF2-40B4-BE49-F238E27FC236}">
                <a16:creationId xmlns:a16="http://schemas.microsoft.com/office/drawing/2014/main" id="{A90AA1E1-F2A0-8757-C3D6-12C0C3DA5E53}"/>
              </a:ext>
            </a:extLst>
          </p:cNvPr>
          <p:cNvPicPr>
            <a:picLocks noChangeAspect="1"/>
          </p:cNvPicPr>
          <p:nvPr/>
        </p:nvPicPr>
        <p:blipFill>
          <a:blip r:embed="rId5"/>
          <a:srcRect t="2009"/>
          <a:stretch>
            <a:fillRect/>
          </a:stretch>
        </p:blipFill>
        <p:spPr>
          <a:xfrm>
            <a:off x="8462729" y="1087942"/>
            <a:ext cx="3385901" cy="3200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D4E6ABE1-BC6B-E020-F7D4-6AD8234AAA0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4AEFFC-D1C8-F181-2FBB-7A01B3C1F441}"/>
              </a:ext>
            </a:extLst>
          </p:cNvPr>
          <p:cNvSpPr/>
          <p:nvPr/>
        </p:nvSpPr>
        <p:spPr>
          <a:xfrm>
            <a:off x="548640" y="6705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 </a:t>
            </a:r>
            <a:r>
              <a:rPr lang="en-US" sz="933" b="1" kern="0" spc="400" dirty="0">
                <a:solidFill>
                  <a:srgbClr val="00C8E8"/>
                </a:solidFill>
                <a:latin typeface="Calibri" pitchFamily="34" charset="0"/>
                <a:ea typeface="Calibri" pitchFamily="34" charset="-122"/>
                <a:cs typeface="Calibri" pitchFamily="34" charset="-120"/>
              </a:rPr>
              <a:t>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D541B98-5592-A0DA-9E8E-2FFAD52771AF}"/>
              </a:ext>
            </a:extLst>
          </p:cNvPr>
          <p:cNvSpPr/>
          <p:nvPr/>
        </p:nvSpPr>
        <p:spPr>
          <a:xfrm>
            <a:off x="548640" y="212574"/>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Pathfinder method II - Field &amp; grid methods</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CCECE727-C4AB-592A-6C06-195443191617}"/>
              </a:ext>
            </a:extLst>
          </p:cNvPr>
          <p:cNvSpPr/>
          <p:nvPr/>
        </p:nvSpPr>
        <p:spPr>
          <a:xfrm>
            <a:off x="548640" y="1021513"/>
            <a:ext cx="1109472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1" name="Group 30">
            <a:extLst>
              <a:ext uri="{FF2B5EF4-FFF2-40B4-BE49-F238E27FC236}">
                <a16:creationId xmlns:a16="http://schemas.microsoft.com/office/drawing/2014/main" id="{46C36194-A555-7DBF-8B78-C9255647D56A}"/>
              </a:ext>
            </a:extLst>
          </p:cNvPr>
          <p:cNvGrpSpPr/>
          <p:nvPr/>
        </p:nvGrpSpPr>
        <p:grpSpPr>
          <a:xfrm>
            <a:off x="133772" y="4326872"/>
            <a:ext cx="3845561" cy="2170792"/>
            <a:chOff x="548640" y="1828800"/>
            <a:chExt cx="5303520" cy="4693920"/>
          </a:xfrm>
        </p:grpSpPr>
        <p:sp>
          <p:nvSpPr>
            <p:cNvPr id="5" name="Shape 3">
              <a:extLst>
                <a:ext uri="{FF2B5EF4-FFF2-40B4-BE49-F238E27FC236}">
                  <a16:creationId xmlns:a16="http://schemas.microsoft.com/office/drawing/2014/main" id="{EE65CF39-6CB6-D279-C0B7-125C2EF72ADF}"/>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780AF004-40D4-0960-A49A-0ECA2322EEFE}"/>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88C8738F-A178-D17D-9131-3A08415751FF}"/>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prstClr val="white"/>
                  </a:solidFill>
                  <a:effectLst/>
                  <a:uLnTx/>
                  <a:uFillTx/>
                  <a:latin typeface="Calibri" pitchFamily="34" charset="0"/>
                  <a:ea typeface="Calibri" pitchFamily="34" charset="-122"/>
                  <a:cs typeface="Calibri" pitchFamily="34" charset="-120"/>
                </a:rPr>
                <a:t>Potential Field</a:t>
              </a:r>
              <a:endParaRPr kumimoji="0" lang="en-US" sz="1733"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E3770D91-4437-9D6C-C72F-4B43AD2A277D}"/>
                </a:ext>
              </a:extLst>
            </p:cNvPr>
            <p:cNvSpPr/>
            <p:nvPr/>
          </p:nvSpPr>
          <p:spPr>
            <a:xfrm>
              <a:off x="792480" y="282854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 :</a:t>
              </a:r>
            </a:p>
            <a:p>
              <a:pPr marL="285750" indent="-285750" defTabSz="1219170">
                <a:buFont typeface="Arial" panose="020B0604020202020204" pitchFamily="34" charset="0"/>
                <a:buChar char="•"/>
              </a:pPr>
              <a:r>
                <a:rPr lang="en-US" sz="1400" dirty="0">
                  <a:solidFill>
                    <a:schemeClr val="bg1"/>
                  </a:solidFill>
                </a:rPr>
                <a:t>Very fast, easy to implement; </a:t>
              </a:r>
            </a:p>
            <a:p>
              <a:pPr marL="285750" indent="-285750" defTabSz="1219170">
                <a:buFont typeface="Arial" panose="020B0604020202020204" pitchFamily="34" charset="0"/>
                <a:buChar char="•"/>
              </a:pPr>
              <a:r>
                <a:rPr lang="en-US" sz="1400" dirty="0">
                  <a:solidFill>
                    <a:schemeClr val="bg1"/>
                  </a:solidFill>
                </a:rPr>
                <a:t>Smooth-looking path in open areas</a:t>
              </a:r>
            </a:p>
          </p:txBody>
        </p:sp>
        <p:sp>
          <p:nvSpPr>
            <p:cNvPr id="14" name="Text 12">
              <a:extLst>
                <a:ext uri="{FF2B5EF4-FFF2-40B4-BE49-F238E27FC236}">
                  <a16:creationId xmlns:a16="http://schemas.microsoft.com/office/drawing/2014/main" id="{B37EDA4E-C153-3F1E-390B-6333B1BCDEF3}"/>
                </a:ext>
              </a:extLst>
            </p:cNvPr>
            <p:cNvSpPr/>
            <p:nvPr/>
          </p:nvSpPr>
          <p:spPr>
            <a:xfrm>
              <a:off x="792480" y="5327904"/>
              <a:ext cx="4876800" cy="438912"/>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Local minima in gaps; </a:t>
              </a:r>
            </a:p>
            <a:p>
              <a:pPr marL="285750" indent="-285750" defTabSz="1219170">
                <a:buFont typeface="Arial" panose="020B0604020202020204" pitchFamily="34" charset="0"/>
                <a:buChar char="•"/>
              </a:pPr>
              <a:r>
                <a:rPr lang="en-US" sz="1400" dirty="0">
                  <a:solidFill>
                    <a:schemeClr val="bg1"/>
                  </a:solidFill>
                </a:rPr>
                <a:t>May not reach goal</a:t>
              </a:r>
            </a:p>
          </p:txBody>
        </p:sp>
      </p:grpSp>
      <p:sp>
        <p:nvSpPr>
          <p:cNvPr id="29" name="Shape 27">
            <a:extLst>
              <a:ext uri="{FF2B5EF4-FFF2-40B4-BE49-F238E27FC236}">
                <a16:creationId xmlns:a16="http://schemas.microsoft.com/office/drawing/2014/main" id="{A89D31D3-405E-32FB-6E30-9477B38597E8}"/>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AB9C7036-4FB9-0A04-4B3F-5636A030E83B}"/>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 name="Group 31">
            <a:extLst>
              <a:ext uri="{FF2B5EF4-FFF2-40B4-BE49-F238E27FC236}">
                <a16:creationId xmlns:a16="http://schemas.microsoft.com/office/drawing/2014/main" id="{F084F85A-0CD3-D552-A52A-1467A42495B5}"/>
              </a:ext>
            </a:extLst>
          </p:cNvPr>
          <p:cNvGrpSpPr/>
          <p:nvPr/>
        </p:nvGrpSpPr>
        <p:grpSpPr>
          <a:xfrm>
            <a:off x="8255000" y="4339586"/>
            <a:ext cx="3845561" cy="2170792"/>
            <a:chOff x="548640" y="1828800"/>
            <a:chExt cx="5303520" cy="4693920"/>
          </a:xfrm>
        </p:grpSpPr>
        <p:sp>
          <p:nvSpPr>
            <p:cNvPr id="33" name="Shape 3">
              <a:extLst>
                <a:ext uri="{FF2B5EF4-FFF2-40B4-BE49-F238E27FC236}">
                  <a16:creationId xmlns:a16="http://schemas.microsoft.com/office/drawing/2014/main" id="{39412B48-2AEA-D463-4B21-AEF8A0FF28B1}"/>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4">
              <a:extLst>
                <a:ext uri="{FF2B5EF4-FFF2-40B4-BE49-F238E27FC236}">
                  <a16:creationId xmlns:a16="http://schemas.microsoft.com/office/drawing/2014/main" id="{02A3C2E9-9B1C-6E15-326E-F05FFCF355F8}"/>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5">
              <a:extLst>
                <a:ext uri="{FF2B5EF4-FFF2-40B4-BE49-F238E27FC236}">
                  <a16:creationId xmlns:a16="http://schemas.microsoft.com/office/drawing/2014/main" id="{C3CC20FB-1EFA-F778-437B-02B0B52F4823}"/>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prstClr val="white"/>
                  </a:solidFill>
                  <a:effectLst/>
                  <a:uLnTx/>
                  <a:uFillTx/>
                  <a:latin typeface="Calibri" pitchFamily="34" charset="0"/>
                  <a:ea typeface="Calibri" pitchFamily="34" charset="-122"/>
                  <a:cs typeface="Calibri" pitchFamily="34" charset="-120"/>
                </a:rPr>
                <a:t>FMT*</a:t>
              </a:r>
              <a:endParaRPr kumimoji="0" lang="en-US" sz="1733"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Text 7">
              <a:extLst>
                <a:ext uri="{FF2B5EF4-FFF2-40B4-BE49-F238E27FC236}">
                  <a16:creationId xmlns:a16="http://schemas.microsoft.com/office/drawing/2014/main" id="{F3CBCBD3-FD96-5A1D-0005-87701097A295}"/>
                </a:ext>
              </a:extLst>
            </p:cNvPr>
            <p:cNvSpPr/>
            <p:nvPr/>
          </p:nvSpPr>
          <p:spPr>
            <a:xfrm>
              <a:off x="761999" y="2833069"/>
              <a:ext cx="4876800" cy="1187373"/>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 :</a:t>
              </a:r>
            </a:p>
            <a:p>
              <a:pPr marL="285750" indent="-285750" defTabSz="1219170">
                <a:buFont typeface="Arial" panose="020B0604020202020204" pitchFamily="34" charset="0"/>
                <a:buChar char="•"/>
              </a:pPr>
              <a:r>
                <a:rPr lang="en-US" sz="1400" dirty="0">
                  <a:solidFill>
                    <a:schemeClr val="bg1"/>
                  </a:solidFill>
                </a:rPr>
                <a:t>Batch sampling , often faster than naive PRM in practice; </a:t>
              </a:r>
            </a:p>
            <a:p>
              <a:pPr marL="285750" indent="-285750" defTabSz="1219170">
                <a:buFont typeface="Arial" panose="020B0604020202020204" pitchFamily="34" charset="0"/>
                <a:buChar char="•"/>
              </a:pPr>
              <a:r>
                <a:rPr lang="en-US" sz="1400" dirty="0">
                  <a:solidFill>
                    <a:schemeClr val="bg1"/>
                  </a:solidFill>
                </a:rPr>
                <a:t>Structured optimality toward FMT*</a:t>
              </a:r>
            </a:p>
          </p:txBody>
        </p:sp>
        <p:sp>
          <p:nvSpPr>
            <p:cNvPr id="42" name="Text 12">
              <a:extLst>
                <a:ext uri="{FF2B5EF4-FFF2-40B4-BE49-F238E27FC236}">
                  <a16:creationId xmlns:a16="http://schemas.microsoft.com/office/drawing/2014/main" id="{5C4D551A-5FC8-064B-9333-C8EFD16D1652}"/>
                </a:ext>
              </a:extLst>
            </p:cNvPr>
            <p:cNvSpPr/>
            <p:nvPr/>
          </p:nvSpPr>
          <p:spPr>
            <a:xfrm>
              <a:off x="731521" y="4747539"/>
              <a:ext cx="4876800" cy="1187373"/>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Still sampling-based; </a:t>
              </a:r>
            </a:p>
            <a:p>
              <a:pPr marL="285750" indent="-285750" defTabSz="1219170">
                <a:buFont typeface="Arial" panose="020B0604020202020204" pitchFamily="34" charset="0"/>
                <a:buChar char="•"/>
              </a:pPr>
              <a:r>
                <a:rPr lang="en-US" sz="1400" dirty="0">
                  <a:solidFill>
                    <a:schemeClr val="bg1"/>
                  </a:solidFill>
                </a:rPr>
                <a:t>3D tuning (radius, samples); </a:t>
              </a:r>
            </a:p>
            <a:p>
              <a:pPr marL="285750" indent="-285750" defTabSz="1219170">
                <a:buFont typeface="Arial" panose="020B0604020202020204" pitchFamily="34" charset="0"/>
                <a:buChar char="•"/>
              </a:pPr>
              <a:r>
                <a:rPr lang="en-US" sz="1400" dirty="0">
                  <a:solidFill>
                    <a:schemeClr val="bg1"/>
                  </a:solidFill>
                </a:rPr>
                <a:t>Quality depends on collision check step size</a:t>
              </a:r>
            </a:p>
          </p:txBody>
        </p:sp>
      </p:grpSp>
      <p:grpSp>
        <p:nvGrpSpPr>
          <p:cNvPr id="44" name="Group 43">
            <a:extLst>
              <a:ext uri="{FF2B5EF4-FFF2-40B4-BE49-F238E27FC236}">
                <a16:creationId xmlns:a16="http://schemas.microsoft.com/office/drawing/2014/main" id="{264F2B84-3F8E-B545-CDDD-CB3258CAC736}"/>
              </a:ext>
            </a:extLst>
          </p:cNvPr>
          <p:cNvGrpSpPr/>
          <p:nvPr/>
        </p:nvGrpSpPr>
        <p:grpSpPr>
          <a:xfrm>
            <a:off x="4194386" y="4339586"/>
            <a:ext cx="3845561" cy="2170792"/>
            <a:chOff x="548640" y="1828800"/>
            <a:chExt cx="5303520" cy="4693920"/>
          </a:xfrm>
        </p:grpSpPr>
        <p:sp>
          <p:nvSpPr>
            <p:cNvPr id="45" name="Shape 3">
              <a:extLst>
                <a:ext uri="{FF2B5EF4-FFF2-40B4-BE49-F238E27FC236}">
                  <a16:creationId xmlns:a16="http://schemas.microsoft.com/office/drawing/2014/main" id="{67F78F38-9529-109E-64B9-F235FFB7555B}"/>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
              <a:extLst>
                <a:ext uri="{FF2B5EF4-FFF2-40B4-BE49-F238E27FC236}">
                  <a16:creationId xmlns:a16="http://schemas.microsoft.com/office/drawing/2014/main" id="{E26A5AAB-53B6-1241-F961-F7E0F8AC2618}"/>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5">
              <a:extLst>
                <a:ext uri="{FF2B5EF4-FFF2-40B4-BE49-F238E27FC236}">
                  <a16:creationId xmlns:a16="http://schemas.microsoft.com/office/drawing/2014/main" id="{2937956E-8617-7ED8-1AE1-F5805A0F4D96}"/>
                </a:ext>
              </a:extLst>
            </p:cNvPr>
            <p:cNvSpPr/>
            <p:nvPr/>
          </p:nvSpPr>
          <p:spPr>
            <a:xfrm>
              <a:off x="670560" y="1828800"/>
              <a:ext cx="4998720" cy="512065"/>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err="1">
                  <a:ln>
                    <a:noFill/>
                  </a:ln>
                  <a:solidFill>
                    <a:prstClr val="white"/>
                  </a:solidFill>
                  <a:effectLst/>
                  <a:uLnTx/>
                  <a:uFillTx/>
                  <a:latin typeface="Calibri" pitchFamily="34" charset="0"/>
                  <a:ea typeface="Calibri" pitchFamily="34" charset="-122"/>
                  <a:cs typeface="Calibri" pitchFamily="34" charset="-120"/>
                </a:rPr>
                <a:t>Eikonal</a:t>
              </a:r>
              <a:endParaRPr kumimoji="0" lang="en-US" sz="1733"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Text 7">
              <a:extLst>
                <a:ext uri="{FF2B5EF4-FFF2-40B4-BE49-F238E27FC236}">
                  <a16:creationId xmlns:a16="http://schemas.microsoft.com/office/drawing/2014/main" id="{4236CE78-D2DD-ED7C-6E1F-C328EEE69944}"/>
                </a:ext>
              </a:extLst>
            </p:cNvPr>
            <p:cNvSpPr/>
            <p:nvPr/>
          </p:nvSpPr>
          <p:spPr>
            <a:xfrm>
              <a:off x="792479" y="2801053"/>
              <a:ext cx="4876800" cy="1223950"/>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Pro :</a:t>
              </a:r>
            </a:p>
            <a:p>
              <a:pPr marL="285750" indent="-285750" defTabSz="1219170">
                <a:buFont typeface="Arial" panose="020B0604020202020204" pitchFamily="34" charset="0"/>
                <a:buChar char="•"/>
              </a:pPr>
              <a:r>
                <a:rPr lang="en-US" sz="1400" dirty="0">
                  <a:solidFill>
                    <a:schemeClr val="bg1"/>
                  </a:solidFill>
                </a:rPr>
                <a:t>Global distance field on a grid; </a:t>
              </a:r>
            </a:p>
            <a:p>
              <a:pPr marL="285750" indent="-285750" defTabSz="1219170">
                <a:buFont typeface="Arial" panose="020B0604020202020204" pitchFamily="34" charset="0"/>
                <a:buChar char="•"/>
              </a:pPr>
              <a:r>
                <a:rPr lang="en-US" sz="1400" dirty="0">
                  <a:solidFill>
                    <a:schemeClr val="bg1"/>
                  </a:solidFill>
                </a:rPr>
                <a:t>Smooth path from gradient descent; </a:t>
              </a:r>
            </a:p>
            <a:p>
              <a:pPr marL="285750" indent="-285750" defTabSz="1219170">
                <a:buFont typeface="Arial" panose="020B0604020202020204" pitchFamily="34" charset="0"/>
                <a:buChar char="•"/>
              </a:pPr>
              <a:r>
                <a:rPr lang="en-US" sz="1400" dirty="0">
                  <a:solidFill>
                    <a:schemeClr val="bg1"/>
                  </a:solidFill>
                </a:rPr>
                <a:t>Natural safety margin on voxels</a:t>
              </a:r>
            </a:p>
          </p:txBody>
        </p:sp>
        <p:sp>
          <p:nvSpPr>
            <p:cNvPr id="54" name="Text 12">
              <a:extLst>
                <a:ext uri="{FF2B5EF4-FFF2-40B4-BE49-F238E27FC236}">
                  <a16:creationId xmlns:a16="http://schemas.microsoft.com/office/drawing/2014/main" id="{30C10770-F27D-1ADB-5698-63F69E7F51E3}"/>
                </a:ext>
              </a:extLst>
            </p:cNvPr>
            <p:cNvSpPr/>
            <p:nvPr/>
          </p:nvSpPr>
          <p:spPr>
            <a:xfrm>
              <a:off x="761998" y="5006162"/>
              <a:ext cx="4876800" cy="1012797"/>
            </a:xfrm>
            <a:prstGeom prst="rect">
              <a:avLst/>
            </a:prstGeom>
            <a:noFill/>
            <a:ln/>
          </p:spPr>
          <p:txBody>
            <a:bodyPr wrap="square" lIns="0" tIns="0" rIns="0" bIns="0" rtlCol="0" anchor="ctr"/>
            <a:lstStyle/>
            <a:p>
              <a:pPr defTabSz="1219170"/>
              <a:r>
                <a:rPr lang="en-US" sz="1400" dirty="0">
                  <a:solidFill>
                    <a:srgbClr val="E8F4F8"/>
                  </a:solidFill>
                  <a:latin typeface="Calibri" pitchFamily="34" charset="0"/>
                  <a:ea typeface="Calibri" pitchFamily="34" charset="-122"/>
                  <a:cs typeface="Calibri" pitchFamily="34" charset="-120"/>
                </a:rPr>
                <a:t>Limitation :</a:t>
              </a:r>
            </a:p>
            <a:p>
              <a:pPr marL="285750" indent="-285750" defTabSz="1219170">
                <a:buFont typeface="Arial" panose="020B0604020202020204" pitchFamily="34" charset="0"/>
                <a:buChar char="•"/>
              </a:pPr>
              <a:r>
                <a:rPr lang="en-US" sz="1400" dirty="0">
                  <a:solidFill>
                    <a:schemeClr val="bg1"/>
                  </a:solidFill>
                </a:rPr>
                <a:t>Grid resolution fixes accuracy; </a:t>
              </a:r>
            </a:p>
            <a:p>
              <a:pPr marL="285750" indent="-285750" defTabSz="1219170">
                <a:buFont typeface="Arial" panose="020B0604020202020204" pitchFamily="34" charset="0"/>
                <a:buChar char="•"/>
              </a:pPr>
              <a:r>
                <a:rPr lang="en-US" sz="1400" dirty="0">
                  <a:solidFill>
                    <a:schemeClr val="bg1"/>
                  </a:solidFill>
                </a:rPr>
                <a:t>Memory cost in 3D; </a:t>
              </a:r>
            </a:p>
            <a:p>
              <a:pPr marL="285750" indent="-285750" defTabSz="1219170">
                <a:buFont typeface="Arial" panose="020B0604020202020204" pitchFamily="34" charset="0"/>
                <a:buChar char="•"/>
              </a:pPr>
              <a:r>
                <a:rPr lang="en-US" sz="1400" dirty="0">
                  <a:solidFill>
                    <a:schemeClr val="bg1"/>
                  </a:solidFill>
                </a:rPr>
                <a:t>Less natural for sparse cuboid JSON</a:t>
              </a:r>
            </a:p>
          </p:txBody>
        </p:sp>
      </p:grpSp>
      <p:pic>
        <p:nvPicPr>
          <p:cNvPr id="57" name="Picture 56">
            <a:extLst>
              <a:ext uri="{FF2B5EF4-FFF2-40B4-BE49-F238E27FC236}">
                <a16:creationId xmlns:a16="http://schemas.microsoft.com/office/drawing/2014/main" id="{4B0077E6-CD8F-AE47-063F-E9B6C907396C}"/>
              </a:ext>
            </a:extLst>
          </p:cNvPr>
          <p:cNvPicPr>
            <a:picLocks noChangeAspect="1"/>
          </p:cNvPicPr>
          <p:nvPr/>
        </p:nvPicPr>
        <p:blipFill>
          <a:blip r:embed="rId3"/>
          <a:stretch>
            <a:fillRect/>
          </a:stretch>
        </p:blipFill>
        <p:spPr>
          <a:xfrm>
            <a:off x="548640" y="1102600"/>
            <a:ext cx="3273888" cy="3200400"/>
          </a:xfrm>
          <a:prstGeom prst="rect">
            <a:avLst/>
          </a:prstGeom>
        </p:spPr>
      </p:pic>
      <p:pic>
        <p:nvPicPr>
          <p:cNvPr id="17" name="Picture 16">
            <a:extLst>
              <a:ext uri="{FF2B5EF4-FFF2-40B4-BE49-F238E27FC236}">
                <a16:creationId xmlns:a16="http://schemas.microsoft.com/office/drawing/2014/main" id="{4F7D2A6D-F20C-8F89-3094-3BA070BD96A1}"/>
              </a:ext>
            </a:extLst>
          </p:cNvPr>
          <p:cNvPicPr>
            <a:picLocks noChangeAspect="1"/>
          </p:cNvPicPr>
          <p:nvPr/>
        </p:nvPicPr>
        <p:blipFill>
          <a:blip r:embed="rId4"/>
          <a:stretch>
            <a:fillRect/>
          </a:stretch>
        </p:blipFill>
        <p:spPr>
          <a:xfrm>
            <a:off x="8539944" y="1094206"/>
            <a:ext cx="3231472" cy="3200400"/>
          </a:xfrm>
          <a:prstGeom prst="rect">
            <a:avLst/>
          </a:prstGeom>
        </p:spPr>
      </p:pic>
      <p:pic>
        <p:nvPicPr>
          <p:cNvPr id="19" name="Picture 18">
            <a:extLst>
              <a:ext uri="{FF2B5EF4-FFF2-40B4-BE49-F238E27FC236}">
                <a16:creationId xmlns:a16="http://schemas.microsoft.com/office/drawing/2014/main" id="{57A010C0-C519-22D5-B650-77BBE7388FB3}"/>
              </a:ext>
            </a:extLst>
          </p:cNvPr>
          <p:cNvPicPr>
            <a:picLocks noChangeAspect="1"/>
          </p:cNvPicPr>
          <p:nvPr/>
        </p:nvPicPr>
        <p:blipFill>
          <a:blip r:embed="rId5"/>
          <a:stretch>
            <a:fillRect/>
          </a:stretch>
        </p:blipFill>
        <p:spPr>
          <a:xfrm>
            <a:off x="4474138" y="1102535"/>
            <a:ext cx="3286055" cy="3200400"/>
          </a:xfrm>
          <a:prstGeom prst="rect">
            <a:avLst/>
          </a:prstGeom>
        </p:spPr>
      </p:pic>
    </p:spTree>
    <p:extLst>
      <p:ext uri="{BB962C8B-B14F-4D97-AF65-F5344CB8AC3E}">
        <p14:creationId xmlns:p14="http://schemas.microsoft.com/office/powerpoint/2010/main" val="2050695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lvl="0" defTabSz="1219170">
              <a:defRPr/>
            </a:pPr>
            <a:r>
              <a:rPr lang="en-US" sz="3733" b="1" dirty="0">
                <a:solidFill>
                  <a:srgbClr val="FFFFFF"/>
                </a:solidFill>
                <a:latin typeface="Calibri" pitchFamily="34" charset="0"/>
                <a:ea typeface="Calibri" pitchFamily="34" charset="-122"/>
                <a:cs typeface="Calibri" pitchFamily="34" charset="-120"/>
              </a:rPr>
              <a:t>Pathfinder method selection</a:t>
            </a:r>
            <a:endParaRPr lang="en-US" sz="3733" dirty="0">
              <a:solidFill>
                <a:prstClr val="black"/>
              </a:solidFill>
            </a:endParaRPr>
          </a:p>
        </p:txBody>
      </p:sp>
      <p:sp>
        <p:nvSpPr>
          <p:cNvPr id="4" name="Shape 2"/>
          <p:cNvSpPr/>
          <p:nvPr/>
        </p:nvSpPr>
        <p:spPr>
          <a:xfrm>
            <a:off x="548640" y="1645920"/>
            <a:ext cx="426720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aphicFrame>
        <p:nvGraphicFramePr>
          <p:cNvPr id="9" name="Table 0"/>
          <p:cNvGraphicFramePr>
            <a:graphicFrameLocks noGrp="1"/>
          </p:cNvGraphicFramePr>
          <p:nvPr>
            <p:extLst>
              <p:ext uri="{D42A27DB-BD31-4B8C-83A1-F6EECF244321}">
                <p14:modId xmlns:p14="http://schemas.microsoft.com/office/powerpoint/2010/main" val="1114430295"/>
              </p:ext>
            </p:extLst>
          </p:nvPr>
        </p:nvGraphicFramePr>
        <p:xfrm>
          <a:off x="548638" y="1777116"/>
          <a:ext cx="11094719" cy="3279663"/>
        </p:xfrm>
        <a:graphic>
          <a:graphicData uri="http://schemas.openxmlformats.org/drawingml/2006/table">
            <a:tbl>
              <a:tblPr/>
              <a:tblGrid>
                <a:gridCol w="2291868">
                  <a:extLst>
                    <a:ext uri="{9D8B030D-6E8A-4147-A177-3AD203B41FA5}">
                      <a16:colId xmlns:a16="http://schemas.microsoft.com/office/drawing/2014/main" val="20000"/>
                    </a:ext>
                  </a:extLst>
                </a:gridCol>
                <a:gridCol w="1458461">
                  <a:extLst>
                    <a:ext uri="{9D8B030D-6E8A-4147-A177-3AD203B41FA5}">
                      <a16:colId xmlns:a16="http://schemas.microsoft.com/office/drawing/2014/main" val="20001"/>
                    </a:ext>
                  </a:extLst>
                </a:gridCol>
                <a:gridCol w="1406373">
                  <a:extLst>
                    <a:ext uri="{9D8B030D-6E8A-4147-A177-3AD203B41FA5}">
                      <a16:colId xmlns:a16="http://schemas.microsoft.com/office/drawing/2014/main" val="20002"/>
                    </a:ext>
                  </a:extLst>
                </a:gridCol>
                <a:gridCol w="1406373">
                  <a:extLst>
                    <a:ext uri="{9D8B030D-6E8A-4147-A177-3AD203B41FA5}">
                      <a16:colId xmlns:a16="http://schemas.microsoft.com/office/drawing/2014/main" val="20003"/>
                    </a:ext>
                  </a:extLst>
                </a:gridCol>
                <a:gridCol w="1406373">
                  <a:extLst>
                    <a:ext uri="{9D8B030D-6E8A-4147-A177-3AD203B41FA5}">
                      <a16:colId xmlns:a16="http://schemas.microsoft.com/office/drawing/2014/main" val="20004"/>
                    </a:ext>
                  </a:extLst>
                </a:gridCol>
                <a:gridCol w="1041757">
                  <a:extLst>
                    <a:ext uri="{9D8B030D-6E8A-4147-A177-3AD203B41FA5}">
                      <a16:colId xmlns:a16="http://schemas.microsoft.com/office/drawing/2014/main" val="20005"/>
                    </a:ext>
                  </a:extLst>
                </a:gridCol>
                <a:gridCol w="1041757">
                  <a:extLst>
                    <a:ext uri="{9D8B030D-6E8A-4147-A177-3AD203B41FA5}">
                      <a16:colId xmlns:a16="http://schemas.microsoft.com/office/drawing/2014/main" val="1683810541"/>
                    </a:ext>
                  </a:extLst>
                </a:gridCol>
                <a:gridCol w="1041757">
                  <a:extLst>
                    <a:ext uri="{9D8B030D-6E8A-4147-A177-3AD203B41FA5}">
                      <a16:colId xmlns:a16="http://schemas.microsoft.com/office/drawing/2014/main" val="2915346294"/>
                    </a:ext>
                  </a:extLst>
                </a:gridCol>
              </a:tblGrid>
              <a:tr h="321429">
                <a:tc>
                  <a:txBody>
                    <a:bodyPr/>
                    <a:lstStyle/>
                    <a:p>
                      <a:pPr algn="l" fontAlgn="t">
                        <a:buNone/>
                      </a:pPr>
                      <a:r>
                        <a:rPr lang="en-US" sz="1200" b="1" dirty="0">
                          <a:solidFill>
                            <a:schemeClr val="bg1"/>
                          </a:solidFill>
                          <a:effectLst/>
                        </a:rPr>
                        <a:t>Criterion</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Weight</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VG + Dijkstra</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PRM</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RRT*</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a:solidFill>
                            <a:schemeClr val="bg1"/>
                          </a:solidFill>
                          <a:effectLst/>
                        </a:rPr>
                        <a:t>Potential field</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dirty="0" err="1">
                          <a:solidFill>
                            <a:schemeClr val="bg1"/>
                          </a:solidFill>
                          <a:effectLst/>
                        </a:rPr>
                        <a:t>Eikonal</a:t>
                      </a:r>
                      <a:r>
                        <a:rPr lang="en-US" sz="1200" b="1" dirty="0">
                          <a:solidFill>
                            <a:schemeClr val="bg1"/>
                          </a:solidFill>
                          <a:effectLst/>
                        </a:rPr>
                        <a:t> / FMM</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ctr" fontAlgn="t">
                        <a:buNone/>
                      </a:pPr>
                      <a:r>
                        <a:rPr lang="en-US" sz="1200" b="1" dirty="0">
                          <a:solidFill>
                            <a:schemeClr val="bg1"/>
                          </a:solidFill>
                          <a:effectLst/>
                        </a:rPr>
                        <a:t>FMT*</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321429">
                <a:tc>
                  <a:txBody>
                    <a:bodyPr/>
                    <a:lstStyle/>
                    <a:p>
                      <a:pPr algn="l" fontAlgn="t" latinLnBrk="0">
                        <a:buNone/>
                      </a:pPr>
                      <a:r>
                        <a:rPr lang="en-US" sz="1200" b="1">
                          <a:solidFill>
                            <a:schemeClr val="bg1"/>
                          </a:solidFill>
                          <a:effectLst/>
                        </a:rPr>
                        <a:t>Shortest-path guarantee (geometric)</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321429">
                <a:tc>
                  <a:txBody>
                    <a:bodyPr/>
                    <a:lstStyle/>
                    <a:p>
                      <a:pPr algn="l" fontAlgn="t" latinLnBrk="0">
                        <a:buNone/>
                      </a:pPr>
                      <a:r>
                        <a:rPr lang="en-US" sz="1200" b="1">
                          <a:solidFill>
                            <a:schemeClr val="bg1"/>
                          </a:solidFill>
                          <a:effectLst/>
                        </a:rPr>
                        <a:t>Few waypoints (sparse path)</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dirty="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321429">
                <a:tc>
                  <a:txBody>
                    <a:bodyPr/>
                    <a:lstStyle/>
                    <a:p>
                      <a:pPr algn="l" fontAlgn="t" latinLnBrk="0">
                        <a:buNone/>
                      </a:pPr>
                      <a:r>
                        <a:rPr lang="en-US" sz="1200" b="1">
                          <a:solidFill>
                            <a:schemeClr val="bg1"/>
                          </a:solidFill>
                          <a:effectLst/>
                        </a:rPr>
                        <a:t>Deterministic / repeatable</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dirty="0">
                          <a:solidFill>
                            <a:schemeClr val="bg1"/>
                          </a:solidFill>
                          <a:effectLst/>
                        </a:rPr>
                        <a:t>5</a:t>
                      </a:r>
                      <a:endParaRPr lang="en-U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321429">
                <a:tc>
                  <a:txBody>
                    <a:bodyPr/>
                    <a:lstStyle/>
                    <a:p>
                      <a:pPr algn="l" fontAlgn="t" latinLnBrk="0">
                        <a:buNone/>
                      </a:pPr>
                      <a:r>
                        <a:rPr lang="en-US" sz="1200" b="1">
                          <a:solidFill>
                            <a:schemeClr val="bg1"/>
                          </a:solidFill>
                          <a:effectLst/>
                        </a:rPr>
                        <a:t>Fit to cuboid / corner geometry</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321429">
                <a:tc>
                  <a:txBody>
                    <a:bodyPr/>
                    <a:lstStyle/>
                    <a:p>
                      <a:pPr algn="l" fontAlgn="t" latinLnBrk="0">
                        <a:buNone/>
                      </a:pPr>
                      <a:r>
                        <a:rPr lang="en-US" sz="1200" b="1">
                          <a:solidFill>
                            <a:schemeClr val="bg1"/>
                          </a:solidFill>
                          <a:effectLst/>
                        </a:rPr>
                        <a:t>Scales to many buildings (e.g. 73)</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r h="321429">
                <a:tc>
                  <a:txBody>
                    <a:bodyPr/>
                    <a:lstStyle/>
                    <a:p>
                      <a:pPr algn="l" fontAlgn="t" latinLnBrk="0">
                        <a:buNone/>
                      </a:pPr>
                      <a:r>
                        <a:rPr lang="en-US" sz="1200" b="1">
                          <a:solidFill>
                            <a:schemeClr val="bg1"/>
                          </a:solidFill>
                          <a:effectLst/>
                        </a:rPr>
                        <a:t>Implementation complexity</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8%</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3</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4084340315"/>
                  </a:ext>
                </a:extLst>
              </a:tr>
              <a:tr h="321429">
                <a:tc>
                  <a:txBody>
                    <a:bodyPr/>
                    <a:lstStyle/>
                    <a:p>
                      <a:pPr algn="l" fontAlgn="t" latinLnBrk="0">
                        <a:buNone/>
                      </a:pPr>
                      <a:r>
                        <a:rPr lang="en-US" sz="1200" b="1">
                          <a:solidFill>
                            <a:schemeClr val="bg1"/>
                          </a:solidFill>
                          <a:effectLst/>
                        </a:rPr>
                        <a:t>Reliability in narrow urban gaps</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12%</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4</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dirty="0">
                          <a:solidFill>
                            <a:schemeClr val="bg1"/>
                          </a:solidFill>
                          <a:effectLst/>
                        </a:rPr>
                        <a:t>4</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20866795"/>
                  </a:ext>
                </a:extLst>
              </a:tr>
              <a:tr h="321429">
                <a:tc>
                  <a:txBody>
                    <a:bodyPr/>
                    <a:lstStyle/>
                    <a:p>
                      <a:pPr algn="l" fontAlgn="t" latinLnBrk="0">
                        <a:buNone/>
                      </a:pPr>
                      <a:r>
                        <a:rPr lang="es-ES" sz="1200" b="1" dirty="0">
                          <a:solidFill>
                            <a:schemeClr val="bg1"/>
                          </a:solidFill>
                          <a:effectLst/>
                        </a:rPr>
                        <a:t>No </a:t>
                      </a:r>
                      <a:r>
                        <a:rPr lang="es-ES" sz="1200" b="1" dirty="0" err="1">
                          <a:solidFill>
                            <a:schemeClr val="bg1"/>
                          </a:solidFill>
                          <a:effectLst/>
                        </a:rPr>
                        <a:t>grid</a:t>
                      </a:r>
                      <a:r>
                        <a:rPr lang="es-ES" sz="1200" b="1" dirty="0">
                          <a:solidFill>
                            <a:schemeClr val="bg1"/>
                          </a:solidFill>
                          <a:effectLst/>
                        </a:rPr>
                        <a:t> / </a:t>
                      </a:r>
                      <a:r>
                        <a:rPr lang="es-ES" sz="1200" b="1" dirty="0" err="1">
                          <a:solidFill>
                            <a:schemeClr val="bg1"/>
                          </a:solidFill>
                          <a:effectLst/>
                        </a:rPr>
                        <a:t>continuous</a:t>
                      </a:r>
                      <a:r>
                        <a:rPr lang="es-ES" sz="1200" b="1" dirty="0">
                          <a:solidFill>
                            <a:schemeClr val="bg1"/>
                          </a:solidFill>
                          <a:effectLst/>
                        </a:rPr>
                        <a:t> (</a:t>
                      </a:r>
                      <a:r>
                        <a:rPr lang="es-ES" sz="1200" b="1" dirty="0" err="1">
                          <a:solidFill>
                            <a:schemeClr val="bg1"/>
                          </a:solidFill>
                          <a:effectLst/>
                        </a:rPr>
                        <a:t>x,y,z</a:t>
                      </a:r>
                      <a:r>
                        <a:rPr lang="es-ES" sz="1200" b="1" dirty="0">
                          <a:solidFill>
                            <a:schemeClr val="bg1"/>
                          </a:solidFill>
                          <a:effectLst/>
                        </a:rPr>
                        <a:t>)</a:t>
                      </a:r>
                      <a:endParaRPr lang="es-E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a:solidFill>
                            <a:schemeClr val="bg1"/>
                          </a:solidFill>
                          <a:effectLst/>
                        </a:rPr>
                        <a:t>5</a:t>
                      </a:r>
                      <a:endParaRPr lang="en-US" sz="120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a:solidFill>
                            <a:schemeClr val="bg1"/>
                          </a:solidFill>
                          <a:effectLst/>
                        </a:rPr>
                        <a:t>1</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ctr" fontAlgn="t" latinLnBrk="0">
                        <a:buNone/>
                      </a:pPr>
                      <a:r>
                        <a:rPr lang="en-US" sz="1200" b="1" dirty="0">
                          <a:solidFill>
                            <a:schemeClr val="bg1"/>
                          </a:solidFill>
                          <a:effectLst/>
                        </a:rPr>
                        <a:t>5</a:t>
                      </a:r>
                      <a:endParaRPr lang="en-U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3085132406"/>
                  </a:ext>
                </a:extLst>
              </a:tr>
              <a:tr h="321429">
                <a:tc>
                  <a:txBody>
                    <a:bodyPr/>
                    <a:lstStyle/>
                    <a:p>
                      <a:pPr algn="l" fontAlgn="t" latinLnBrk="0">
                        <a:buNone/>
                      </a:pPr>
                      <a:r>
                        <a:rPr lang="es-ES" sz="1200" dirty="0">
                          <a:solidFill>
                            <a:schemeClr val="bg1"/>
                          </a:solidFill>
                          <a:effectLst/>
                        </a:rPr>
                        <a:t>Score</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100%</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b="1" dirty="0">
                          <a:solidFill>
                            <a:schemeClr val="bg1"/>
                          </a:solidFill>
                          <a:effectLst/>
                        </a:rPr>
                        <a:t>4.45</a:t>
                      </a:r>
                      <a:endParaRPr lang="en-US" sz="1200" dirty="0">
                        <a:solidFill>
                          <a:schemeClr val="bg1"/>
                        </a:solidFill>
                        <a:effectLst/>
                      </a:endParaRP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3.15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2.65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2.35</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fontAlgn="t" latinLnBrk="0">
                        <a:buNone/>
                      </a:pPr>
                      <a:r>
                        <a:rPr lang="en-US" sz="1200" dirty="0">
                          <a:solidFill>
                            <a:schemeClr val="bg1"/>
                          </a:solidFill>
                          <a:effectLst/>
                        </a:rPr>
                        <a:t>2.90</a:t>
                      </a:r>
                    </a:p>
                  </a:txBody>
                  <a:tcPr marL="18937" marR="18937" marT="10521" marB="10521"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tc>
                  <a:txBody>
                    <a:bodyPr/>
                    <a:lstStyle/>
                    <a:p>
                      <a:pPr algn="ctr"/>
                      <a:r>
                        <a:rPr lang="en-US" sz="1200" dirty="0">
                          <a:solidFill>
                            <a:schemeClr val="bg1"/>
                          </a:solidFill>
                        </a:rPr>
                        <a:t>3.10</a:t>
                      </a:r>
                    </a:p>
                  </a:txBody>
                  <a:tcPr marL="25250" marR="25250" marT="12625" marB="12625"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483910525"/>
                  </a:ext>
                </a:extLst>
              </a:tr>
            </a:tbl>
          </a:graphicData>
        </a:graphic>
      </p:graphicFrame>
      <p:grpSp>
        <p:nvGrpSpPr>
          <p:cNvPr id="13" name="Group 12">
            <a:extLst>
              <a:ext uri="{FF2B5EF4-FFF2-40B4-BE49-F238E27FC236}">
                <a16:creationId xmlns:a16="http://schemas.microsoft.com/office/drawing/2014/main" id="{A447DC14-F5FA-5873-5BD6-11C87DC698F3}"/>
              </a:ext>
            </a:extLst>
          </p:cNvPr>
          <p:cNvGrpSpPr/>
          <p:nvPr/>
        </p:nvGrpSpPr>
        <p:grpSpPr>
          <a:xfrm>
            <a:off x="548640" y="5212080"/>
            <a:ext cx="11094720" cy="1225296"/>
            <a:chOff x="548640" y="5096256"/>
            <a:chExt cx="11094720" cy="1341120"/>
          </a:xfrm>
        </p:grpSpPr>
        <p:sp>
          <p:nvSpPr>
            <p:cNvPr id="6" name="Shape 3"/>
            <p:cNvSpPr/>
            <p:nvPr/>
          </p:nvSpPr>
          <p:spPr>
            <a:xfrm>
              <a:off x="548640" y="5096256"/>
              <a:ext cx="11094720" cy="1341120"/>
            </a:xfrm>
            <a:prstGeom prst="rect">
              <a:avLst/>
            </a:prstGeom>
            <a:solidFill>
              <a:srgbClr val="122848"/>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p:cNvSpPr/>
            <p:nvPr/>
          </p:nvSpPr>
          <p:spPr>
            <a:xfrm>
              <a:off x="548640" y="5096256"/>
              <a:ext cx="73152" cy="1341120"/>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8" name="Text 5"/>
            <p:cNvSpPr/>
            <p:nvPr/>
          </p:nvSpPr>
          <p:spPr>
            <a:xfrm>
              <a:off x="792480" y="5145024"/>
              <a:ext cx="6096000" cy="463296"/>
            </a:xfrm>
            <a:prstGeom prst="rect">
              <a:avLst/>
            </a:prstGeom>
            <a:noFill/>
            <a:ln/>
          </p:spPr>
          <p:txBody>
            <a:bodyPr wrap="square" lIns="0" tIns="0" rIns="0" bIns="0" rtlCol="0" anchor="ctr"/>
            <a:lstStyle/>
            <a:p>
              <a:pPr defTabSz="1219170"/>
              <a:r>
                <a:rPr lang="en-US" sz="1867" b="1" dirty="0">
                  <a:solidFill>
                    <a:srgbClr val="00C896"/>
                  </a:solidFill>
                  <a:latin typeface="Calibri" pitchFamily="34" charset="0"/>
                  <a:ea typeface="Calibri" pitchFamily="34" charset="-122"/>
                  <a:cs typeface="Calibri" pitchFamily="34" charset="-120"/>
                </a:rPr>
                <a:t>★  SELECTED:  Visibility Graph + Dijkstra</a:t>
              </a:r>
              <a:endParaRPr lang="en-US" sz="1867" dirty="0">
                <a:solidFill>
                  <a:prstClr val="black"/>
                </a:solidFill>
                <a:latin typeface="Calibri" panose="020F0502020204030204"/>
              </a:endParaRPr>
            </a:p>
          </p:txBody>
        </p:sp>
        <p:sp>
          <p:nvSpPr>
            <p:cNvPr id="5" name="Text 6"/>
            <p:cNvSpPr/>
            <p:nvPr/>
          </p:nvSpPr>
          <p:spPr>
            <a:xfrm>
              <a:off x="792480" y="5632704"/>
              <a:ext cx="10485120" cy="670560"/>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Selected on the basis of guaranteed path optimality, explicit 3D waypoint support, and highest composite trade score. Runtime complexity is acceptable given urban-scale problem sizes.</a:t>
              </a:r>
              <a:endParaRPr lang="en-US" sz="1333" dirty="0">
                <a:solidFill>
                  <a:prstClr val="black"/>
                </a:solidFill>
                <a:latin typeface="Calibri" panose="020F0502020204030204"/>
              </a:endParaRPr>
            </a:p>
          </p:txBody>
        </p:sp>
      </p:grpSp>
      <p:sp>
        <p:nvSpPr>
          <p:cNvPr id="10" name="Shape 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11" name="Text 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487678"/>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Visibility Graph I - Concept</a:t>
            </a:r>
            <a:endParaRPr lang="en-US" sz="3733" dirty="0">
              <a:solidFill>
                <a:prstClr val="black"/>
              </a:solidFill>
              <a:latin typeface="Calibri" panose="020F0502020204030204"/>
            </a:endParaRPr>
          </a:p>
        </p:txBody>
      </p:sp>
      <p:sp>
        <p:nvSpPr>
          <p:cNvPr id="4" name="Shape 2"/>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63" name="Group 62">
            <a:extLst>
              <a:ext uri="{FF2B5EF4-FFF2-40B4-BE49-F238E27FC236}">
                <a16:creationId xmlns:a16="http://schemas.microsoft.com/office/drawing/2014/main" id="{5693C68A-A9BD-B3FC-C9F6-6A91CDC403A5}"/>
              </a:ext>
            </a:extLst>
          </p:cNvPr>
          <p:cNvGrpSpPr/>
          <p:nvPr/>
        </p:nvGrpSpPr>
        <p:grpSpPr>
          <a:xfrm>
            <a:off x="6530851" y="1352251"/>
            <a:ext cx="5547360" cy="3972697"/>
            <a:chOff x="6483773" y="1517904"/>
            <a:chExt cx="5547360" cy="3972697"/>
          </a:xfrm>
        </p:grpSpPr>
        <p:sp>
          <p:nvSpPr>
            <p:cNvPr id="26" name="Shape 24"/>
            <p:cNvSpPr/>
            <p:nvPr/>
          </p:nvSpPr>
          <p:spPr>
            <a:xfrm>
              <a:off x="6483773" y="1517904"/>
              <a:ext cx="5547360" cy="3972697"/>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27" name="Text 25"/>
            <p:cNvSpPr/>
            <p:nvPr/>
          </p:nvSpPr>
          <p:spPr>
            <a:xfrm>
              <a:off x="6605693" y="161544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IMPLEMENTATION</a:t>
              </a:r>
              <a:endParaRPr lang="en-US" sz="1067" dirty="0">
                <a:solidFill>
                  <a:prstClr val="black"/>
                </a:solidFill>
                <a:latin typeface="Calibri" panose="020F0502020204030204"/>
              </a:endParaRPr>
            </a:p>
          </p:txBody>
        </p:sp>
        <p:sp>
          <p:nvSpPr>
            <p:cNvPr id="28" name="Shape 26"/>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defTabSz="1219170"/>
              <a:endParaRPr lang="en-US" sz="2400" dirty="0">
                <a:solidFill>
                  <a:prstClr val="black"/>
                </a:solidFill>
                <a:latin typeface="Calibri" panose="020F0502020204030204"/>
              </a:endParaRPr>
            </a:p>
          </p:txBody>
        </p:sp>
        <p:sp>
          <p:nvSpPr>
            <p:cNvPr id="30" name="Text 28"/>
            <p:cNvSpPr/>
            <p:nvPr/>
          </p:nvSpPr>
          <p:spPr>
            <a:xfrm>
              <a:off x="6727613" y="2127504"/>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Load NFZ</a:t>
              </a:r>
              <a:endParaRPr lang="en-US" sz="1333" dirty="0">
                <a:solidFill>
                  <a:prstClr val="black"/>
                </a:solidFill>
                <a:latin typeface="Calibri" panose="020F0502020204030204"/>
              </a:endParaRPr>
            </a:p>
          </p:txBody>
        </p:sp>
        <p:sp>
          <p:nvSpPr>
            <p:cNvPr id="31" name="Text 29"/>
            <p:cNvSpPr/>
            <p:nvPr/>
          </p:nvSpPr>
          <p:spPr>
            <a:xfrm>
              <a:off x="7924800" y="2127504"/>
              <a:ext cx="3679613" cy="512064"/>
            </a:xfrm>
            <a:prstGeom prst="rect">
              <a:avLst/>
            </a:prstGeom>
            <a:noFill/>
            <a:ln/>
          </p:spPr>
          <p:txBody>
            <a:bodyPr wrap="square" lIns="0" tIns="0" rIns="0" bIns="0" rtlCol="0" anchor="ctr"/>
            <a:lstStyle/>
            <a:p>
              <a:pPr defTabSz="1219170"/>
              <a:r>
                <a:rPr lang="en-US" sz="1333" b="1" dirty="0" err="1">
                  <a:solidFill>
                    <a:srgbClr val="FFFFFF"/>
                  </a:solidFill>
                  <a:latin typeface="Calibri" pitchFamily="34" charset="0"/>
                  <a:ea typeface="Calibri" pitchFamily="34" charset="-122"/>
                  <a:cs typeface="Calibri" pitchFamily="34" charset="-120"/>
                </a:rPr>
                <a:t>ground_nfz</a:t>
              </a:r>
              <a:r>
                <a:rPr lang="en-US" sz="1333" b="1" dirty="0">
                  <a:solidFill>
                    <a:srgbClr val="FFFFFF"/>
                  </a:solidFill>
                  <a:latin typeface="Calibri" pitchFamily="34" charset="0"/>
                  <a:ea typeface="Calibri" pitchFamily="34" charset="-122"/>
                  <a:cs typeface="Calibri" pitchFamily="34" charset="-120"/>
                </a:rPr>
                <a:t> + </a:t>
              </a:r>
              <a:r>
                <a:rPr lang="en-US" sz="1333" b="1" dirty="0" err="1">
                  <a:solidFill>
                    <a:srgbClr val="FFFFFF"/>
                  </a:solidFill>
                  <a:latin typeface="Calibri" pitchFamily="34" charset="0"/>
                  <a:ea typeface="Calibri" pitchFamily="34" charset="-122"/>
                  <a:cs typeface="Calibri" pitchFamily="34" charset="-120"/>
                </a:rPr>
                <a:t>building_nfzs</a:t>
              </a:r>
              <a:r>
                <a:rPr lang="en-US" sz="1333" b="1" dirty="0">
                  <a:solidFill>
                    <a:srgbClr val="FFFFFF"/>
                  </a:solidFill>
                  <a:latin typeface="Calibri" pitchFamily="34" charset="0"/>
                  <a:ea typeface="Calibri" pitchFamily="34" charset="-122"/>
                  <a:cs typeface="Calibri" pitchFamily="34" charset="-120"/>
                </a:rPr>
                <a:t> from JSON</a:t>
              </a:r>
              <a:endParaRPr lang="en-US" sz="1333" dirty="0">
                <a:solidFill>
                  <a:prstClr val="black"/>
                </a:solidFill>
                <a:latin typeface="Calibri" panose="020F0502020204030204"/>
              </a:endParaRPr>
            </a:p>
          </p:txBody>
        </p:sp>
        <p:grpSp>
          <p:nvGrpSpPr>
            <p:cNvPr id="59" name="Group 58">
              <a:extLst>
                <a:ext uri="{FF2B5EF4-FFF2-40B4-BE49-F238E27FC236}">
                  <a16:creationId xmlns:a16="http://schemas.microsoft.com/office/drawing/2014/main" id="{1D08A6F5-FF75-2AAD-6221-2B42F0D1B67D}"/>
                </a:ext>
              </a:extLst>
            </p:cNvPr>
            <p:cNvGrpSpPr/>
            <p:nvPr/>
          </p:nvGrpSpPr>
          <p:grpSpPr>
            <a:xfrm>
              <a:off x="6605693" y="2688336"/>
              <a:ext cx="5120640" cy="664464"/>
              <a:chOff x="6605693" y="2688336"/>
              <a:chExt cx="5120640" cy="512064"/>
            </a:xfrm>
          </p:grpSpPr>
          <p:sp>
            <p:nvSpPr>
              <p:cNvPr id="32" name="Shape 30"/>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3" name="Text 31"/>
              <p:cNvSpPr/>
              <p:nvPr/>
            </p:nvSpPr>
            <p:spPr>
              <a:xfrm>
                <a:off x="6727613" y="2688336"/>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Collect Nodes</a:t>
                </a:r>
                <a:endParaRPr lang="en-US" sz="1333" dirty="0">
                  <a:solidFill>
                    <a:prstClr val="black"/>
                  </a:solidFill>
                  <a:latin typeface="Calibri" panose="020F0502020204030204"/>
                </a:endParaRPr>
              </a:p>
            </p:txBody>
          </p:sp>
          <p:sp>
            <p:nvSpPr>
              <p:cNvPr id="34" name="Text 32"/>
              <p:cNvSpPr/>
              <p:nvPr/>
            </p:nvSpPr>
            <p:spPr>
              <a:xfrm>
                <a:off x="7924800" y="2688336"/>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A, B, building corners (inside map XY); ground top corners in full planner</a:t>
                </a:r>
                <a:endParaRPr lang="en-US" sz="1333" dirty="0">
                  <a:solidFill>
                    <a:prstClr val="black"/>
                  </a:solidFill>
                  <a:latin typeface="Calibri" panose="020F0502020204030204"/>
                </a:endParaRPr>
              </a:p>
            </p:txBody>
          </p:sp>
        </p:grpSp>
        <p:grpSp>
          <p:nvGrpSpPr>
            <p:cNvPr id="58" name="Group 57">
              <a:extLst>
                <a:ext uri="{FF2B5EF4-FFF2-40B4-BE49-F238E27FC236}">
                  <a16:creationId xmlns:a16="http://schemas.microsoft.com/office/drawing/2014/main" id="{DA86E2FB-DF0C-788E-7D22-CA23E9893E8B}"/>
                </a:ext>
              </a:extLst>
            </p:cNvPr>
            <p:cNvGrpSpPr/>
            <p:nvPr/>
          </p:nvGrpSpPr>
          <p:grpSpPr>
            <a:xfrm>
              <a:off x="6600613" y="3429000"/>
              <a:ext cx="5120640" cy="762000"/>
              <a:chOff x="6605693" y="3249168"/>
              <a:chExt cx="5120640" cy="512064"/>
            </a:xfrm>
          </p:grpSpPr>
          <p:sp>
            <p:nvSpPr>
              <p:cNvPr id="35" name="Shape 33"/>
              <p:cNvSpPr/>
              <p:nvPr/>
            </p:nvSpPr>
            <p:spPr>
              <a:xfrm>
                <a:off x="6605693" y="3249168"/>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6" name="Text 34"/>
              <p:cNvSpPr/>
              <p:nvPr/>
            </p:nvSpPr>
            <p:spPr>
              <a:xfrm>
                <a:off x="6727613" y="3249168"/>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Test Visibility</a:t>
                </a:r>
                <a:endParaRPr lang="en-US" sz="1333" dirty="0">
                  <a:solidFill>
                    <a:prstClr val="black"/>
                  </a:solidFill>
                  <a:latin typeface="Calibri" panose="020F0502020204030204"/>
                </a:endParaRPr>
              </a:p>
            </p:txBody>
          </p:sp>
          <p:sp>
            <p:nvSpPr>
              <p:cNvPr id="37" name="Text 35"/>
              <p:cNvSpPr/>
              <p:nvPr/>
            </p:nvSpPr>
            <p:spPr>
              <a:xfrm>
                <a:off x="7924800" y="3249168"/>
                <a:ext cx="3679613" cy="393264"/>
              </a:xfrm>
              <a:prstGeom prst="rect">
                <a:avLst/>
              </a:prstGeom>
              <a:noFill/>
              <a:ln/>
            </p:spPr>
            <p:txBody>
              <a:bodyPr wrap="square" lIns="0" tIns="0" rIns="0" bIns="0" rtlCol="0" anchor="ctr"/>
              <a:lstStyle/>
              <a:p>
                <a:pPr defTabSz="1219170"/>
                <a:r>
                  <a:rPr lang="en-US" sz="1333" b="1" dirty="0">
                    <a:solidFill>
                      <a:schemeClr val="bg1"/>
                    </a:solidFill>
                    <a:latin typeface="Calibri" panose="020F0502020204030204"/>
                  </a:rPr>
                  <a:t>	</a:t>
                </a:r>
              </a:p>
              <a:p>
                <a:pPr defTabSz="1219170"/>
                <a:r>
                  <a:rPr lang="en-US" sz="1333" b="1" dirty="0" err="1">
                    <a:solidFill>
                      <a:schemeClr val="bg1"/>
                    </a:solidFill>
                    <a:latin typeface="Calibri" panose="020F0502020204030204"/>
                  </a:rPr>
                  <a:t>is_visible</a:t>
                </a:r>
                <a:r>
                  <a:rPr lang="en-US" sz="1333" b="1" dirty="0">
                    <a:solidFill>
                      <a:schemeClr val="bg1"/>
                    </a:solidFill>
                    <a:latin typeface="Calibri" panose="020F0502020204030204"/>
                  </a:rPr>
                  <a:t>() → </a:t>
                </a:r>
                <a:r>
                  <a:rPr lang="en-US" sz="1333" b="1" dirty="0" err="1">
                    <a:solidFill>
                      <a:schemeClr val="bg1"/>
                    </a:solidFill>
                    <a:latin typeface="Calibri" panose="020F0502020204030204"/>
                  </a:rPr>
                  <a:t>line_intersects_box</a:t>
                </a:r>
                <a:r>
                  <a:rPr lang="en-US" sz="1333" b="1" dirty="0">
                    <a:solidFill>
                      <a:schemeClr val="bg1"/>
                    </a:solidFill>
                    <a:latin typeface="Calibri" panose="020F0502020204030204"/>
                  </a:rPr>
                  <a:t>() (slab method) for each NFZ</a:t>
                </a:r>
              </a:p>
            </p:txBody>
          </p:sp>
        </p:grpSp>
        <p:grpSp>
          <p:nvGrpSpPr>
            <p:cNvPr id="57" name="Group 56">
              <a:extLst>
                <a:ext uri="{FF2B5EF4-FFF2-40B4-BE49-F238E27FC236}">
                  <a16:creationId xmlns:a16="http://schemas.microsoft.com/office/drawing/2014/main" id="{712E9A42-29C7-39EE-7B2C-05AF137AB246}"/>
                </a:ext>
              </a:extLst>
            </p:cNvPr>
            <p:cNvGrpSpPr/>
            <p:nvPr/>
          </p:nvGrpSpPr>
          <p:grpSpPr>
            <a:xfrm>
              <a:off x="6600613" y="4226052"/>
              <a:ext cx="5120640" cy="551687"/>
              <a:chOff x="6605693" y="3770377"/>
              <a:chExt cx="5120640" cy="551687"/>
            </a:xfrm>
          </p:grpSpPr>
          <p:sp>
            <p:nvSpPr>
              <p:cNvPr id="38" name="Shape 36"/>
              <p:cNvSpPr/>
              <p:nvPr/>
            </p:nvSpPr>
            <p:spPr>
              <a:xfrm>
                <a:off x="6605693" y="3810000"/>
                <a:ext cx="5120640" cy="512064"/>
              </a:xfrm>
              <a:prstGeom prst="rect">
                <a:avLst/>
              </a:prstGeom>
              <a:solidFill>
                <a:srgbClr val="0E2040"/>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39" name="Text 37"/>
              <p:cNvSpPr/>
              <p:nvPr/>
            </p:nvSpPr>
            <p:spPr>
              <a:xfrm>
                <a:off x="6727613" y="3810000"/>
                <a:ext cx="2682240"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Built edges</a:t>
                </a:r>
                <a:endParaRPr lang="en-US" sz="1333" dirty="0">
                  <a:solidFill>
                    <a:prstClr val="black"/>
                  </a:solidFill>
                  <a:latin typeface="Calibri" panose="020F0502020204030204"/>
                </a:endParaRPr>
              </a:p>
            </p:txBody>
          </p:sp>
          <p:sp>
            <p:nvSpPr>
              <p:cNvPr id="40" name="Text 38"/>
              <p:cNvSpPr/>
              <p:nvPr/>
            </p:nvSpPr>
            <p:spPr>
              <a:xfrm>
                <a:off x="7924800" y="3770377"/>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All pairs (</a:t>
                </a:r>
                <a:r>
                  <a:rPr lang="en-US" sz="1333" b="1" dirty="0" err="1">
                    <a:solidFill>
                      <a:srgbClr val="FFFFFF"/>
                    </a:solidFill>
                    <a:latin typeface="Calibri" pitchFamily="34" charset="0"/>
                    <a:ea typeface="Calibri" pitchFamily="34" charset="-122"/>
                    <a:cs typeface="Calibri" pitchFamily="34" charset="-120"/>
                  </a:rPr>
                  <a:t>i,j</a:t>
                </a:r>
                <a:r>
                  <a:rPr lang="en-US" sz="1333" b="1" dirty="0">
                    <a:solidFill>
                      <a:srgbClr val="FFFFFF"/>
                    </a:solidFill>
                    <a:latin typeface="Calibri" pitchFamily="34" charset="0"/>
                    <a:ea typeface="Calibri" pitchFamily="34" charset="-122"/>
                    <a:cs typeface="Calibri" pitchFamily="34" charset="-120"/>
                  </a:rPr>
                  <a:t>) visible → undirected edge list</a:t>
                </a:r>
                <a:endParaRPr lang="en-US" sz="1333" dirty="0">
                  <a:solidFill>
                    <a:prstClr val="black"/>
                  </a:solidFill>
                  <a:latin typeface="Calibri" panose="020F0502020204030204"/>
                </a:endParaRPr>
              </a:p>
            </p:txBody>
          </p:sp>
        </p:grpSp>
        <p:grpSp>
          <p:nvGrpSpPr>
            <p:cNvPr id="56" name="Group 55">
              <a:extLst>
                <a:ext uri="{FF2B5EF4-FFF2-40B4-BE49-F238E27FC236}">
                  <a16:creationId xmlns:a16="http://schemas.microsoft.com/office/drawing/2014/main" id="{8EDE2506-913B-0DD3-1C07-8F62AB60C766}"/>
                </a:ext>
              </a:extLst>
            </p:cNvPr>
            <p:cNvGrpSpPr/>
            <p:nvPr/>
          </p:nvGrpSpPr>
          <p:grpSpPr>
            <a:xfrm>
              <a:off x="6600613" y="4852414"/>
              <a:ext cx="5120640" cy="512064"/>
              <a:chOff x="6605693" y="4370832"/>
              <a:chExt cx="5120640" cy="512064"/>
            </a:xfrm>
          </p:grpSpPr>
          <p:sp>
            <p:nvSpPr>
              <p:cNvPr id="41" name="Shape 39"/>
              <p:cNvSpPr/>
              <p:nvPr/>
            </p:nvSpPr>
            <p:spPr>
              <a:xfrm>
                <a:off x="6605693" y="4370832"/>
                <a:ext cx="5120640" cy="512064"/>
              </a:xfrm>
              <a:prstGeom prst="rect">
                <a:avLst/>
              </a:prstGeom>
              <a:solidFill>
                <a:srgbClr val="122848"/>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42" name="Text 40"/>
              <p:cNvSpPr/>
              <p:nvPr/>
            </p:nvSpPr>
            <p:spPr>
              <a:xfrm>
                <a:off x="6727613" y="4370832"/>
                <a:ext cx="1197187" cy="512064"/>
              </a:xfrm>
              <a:prstGeom prst="rect">
                <a:avLst/>
              </a:prstGeom>
              <a:noFill/>
              <a:ln/>
            </p:spPr>
            <p:txBody>
              <a:bodyPr wrap="square" lIns="0" tIns="0" rIns="0" bIns="0" rtlCol="0" anchor="ctr"/>
              <a:lstStyle/>
              <a:p>
                <a:pPr defTabSz="1219170"/>
                <a:r>
                  <a:rPr lang="en-US" sz="1333" dirty="0">
                    <a:solidFill>
                      <a:srgbClr val="7A9BB5"/>
                    </a:solidFill>
                    <a:latin typeface="Calibri" pitchFamily="34" charset="0"/>
                    <a:ea typeface="Calibri" pitchFamily="34" charset="-122"/>
                    <a:cs typeface="Calibri" pitchFamily="34" charset="-120"/>
                  </a:rPr>
                  <a:t>Extra Rule</a:t>
                </a:r>
                <a:endParaRPr lang="en-US" sz="1333" dirty="0">
                  <a:solidFill>
                    <a:prstClr val="black"/>
                  </a:solidFill>
                  <a:latin typeface="Calibri" panose="020F0502020204030204"/>
                </a:endParaRPr>
              </a:p>
            </p:txBody>
          </p:sp>
          <p:sp>
            <p:nvSpPr>
              <p:cNvPr id="43" name="Text 41"/>
              <p:cNvSpPr/>
              <p:nvPr/>
            </p:nvSpPr>
            <p:spPr>
              <a:xfrm>
                <a:off x="7924800" y="4370832"/>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No horizontal segment on z ≈ 0 ground plane</a:t>
                </a:r>
                <a:endParaRPr lang="en-US" sz="1333" dirty="0">
                  <a:solidFill>
                    <a:prstClr val="black"/>
                  </a:solidFill>
                  <a:latin typeface="Calibri" panose="020F0502020204030204"/>
                </a:endParaRPr>
              </a:p>
            </p:txBody>
          </p:sp>
        </p:grpSp>
      </p:grpSp>
      <p:sp>
        <p:nvSpPr>
          <p:cNvPr id="50" name="Shape 48"/>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51" name="Text 49"/>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62" name="Group 61">
            <a:extLst>
              <a:ext uri="{FF2B5EF4-FFF2-40B4-BE49-F238E27FC236}">
                <a16:creationId xmlns:a16="http://schemas.microsoft.com/office/drawing/2014/main" id="{DFDC4AC2-EDFB-7653-3B01-518D2FEDCEF3}"/>
              </a:ext>
            </a:extLst>
          </p:cNvPr>
          <p:cNvGrpSpPr/>
          <p:nvPr/>
        </p:nvGrpSpPr>
        <p:grpSpPr>
          <a:xfrm>
            <a:off x="548639" y="1341118"/>
            <a:ext cx="5112512" cy="2961711"/>
            <a:chOff x="548640" y="1786128"/>
            <a:chExt cx="5112512" cy="2961711"/>
          </a:xfrm>
        </p:grpSpPr>
        <p:sp>
          <p:nvSpPr>
            <p:cNvPr id="5" name="Shape 3"/>
            <p:cNvSpPr/>
            <p:nvPr/>
          </p:nvSpPr>
          <p:spPr>
            <a:xfrm>
              <a:off x="548640" y="1786128"/>
              <a:ext cx="5112512" cy="2961711"/>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pic>
          <p:nvPicPr>
            <p:cNvPr id="61" name="Picture 60">
              <a:extLst>
                <a:ext uri="{FF2B5EF4-FFF2-40B4-BE49-F238E27FC236}">
                  <a16:creationId xmlns:a16="http://schemas.microsoft.com/office/drawing/2014/main" id="{4BF184B0-E8F9-F9EC-D0AA-A07712A654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6731" y="1895476"/>
              <a:ext cx="4842002" cy="2684992"/>
            </a:xfrm>
            <a:prstGeom prst="rect">
              <a:avLst/>
            </a:prstGeom>
          </p:spPr>
        </p:pic>
      </p:grpSp>
      <p:sp>
        <p:nvSpPr>
          <p:cNvPr id="64" name="TextBox 63">
            <a:extLst>
              <a:ext uri="{FF2B5EF4-FFF2-40B4-BE49-F238E27FC236}">
                <a16:creationId xmlns:a16="http://schemas.microsoft.com/office/drawing/2014/main" id="{1062356E-42D1-AD96-0C30-728F27970D7B}"/>
              </a:ext>
            </a:extLst>
          </p:cNvPr>
          <p:cNvSpPr txBox="1"/>
          <p:nvPr/>
        </p:nvSpPr>
        <p:spPr>
          <a:xfrm>
            <a:off x="548639" y="4356054"/>
            <a:ext cx="5860292" cy="2339102"/>
          </a:xfrm>
          <a:prstGeom prst="rect">
            <a:avLst/>
          </a:prstGeom>
          <a:noFill/>
        </p:spPr>
        <p:txBody>
          <a:bodyPr wrap="square" rtlCol="0">
            <a:spAutoFit/>
          </a:bodyPr>
          <a:lstStyle/>
          <a:p>
            <a:r>
              <a:rPr lang="en-US" sz="1600" b="1" dirty="0">
                <a:solidFill>
                  <a:schemeClr val="bg1"/>
                </a:solidFill>
              </a:rPr>
              <a:t>Idea:</a:t>
            </a:r>
            <a:r>
              <a:rPr lang="en-US" sz="1600" dirty="0">
                <a:solidFill>
                  <a:schemeClr val="bg1"/>
                </a:solidFill>
              </a:rPr>
              <a:t> Represent free 3D space as a graph where nodes are key points and edges are straight, collision-free sight lines.</a:t>
            </a:r>
          </a:p>
          <a:p>
            <a:endParaRPr lang="en-US" sz="1600" dirty="0">
              <a:solidFill>
                <a:schemeClr val="bg1"/>
              </a:solidFill>
            </a:endParaRPr>
          </a:p>
          <a:p>
            <a:r>
              <a:rPr lang="en-US" sz="1600" b="1" dirty="0">
                <a:solidFill>
                  <a:schemeClr val="bg1"/>
                </a:solidFill>
              </a:rPr>
              <a:t>Node set:</a:t>
            </a:r>
            <a:r>
              <a:rPr lang="en-US" sz="1600" dirty="0">
                <a:solidFill>
                  <a:schemeClr val="bg1"/>
                </a:solidFill>
              </a:rPr>
              <a:t> Start, goal, and </a:t>
            </a:r>
            <a:r>
              <a:rPr lang="en-US" sz="1600" b="1" dirty="0">
                <a:solidFill>
                  <a:schemeClr val="bg1"/>
                </a:solidFill>
              </a:rPr>
              <a:t>corners</a:t>
            </a:r>
            <a:r>
              <a:rPr lang="en-US" sz="1600" dirty="0">
                <a:solidFill>
                  <a:schemeClr val="bg1"/>
                </a:solidFill>
              </a:rPr>
              <a:t> of each building NFZ cuboid (8 vertices per building).</a:t>
            </a:r>
          </a:p>
          <a:p>
            <a:endParaRPr lang="en-US" sz="1600" dirty="0">
              <a:solidFill>
                <a:schemeClr val="bg1"/>
              </a:solidFill>
            </a:endParaRPr>
          </a:p>
          <a:p>
            <a:r>
              <a:rPr lang="en-US" sz="1600" b="1" dirty="0">
                <a:solidFill>
                  <a:schemeClr val="bg1"/>
                </a:solidFill>
              </a:rPr>
              <a:t>Edge rule:</a:t>
            </a:r>
            <a:r>
              <a:rPr lang="en-US" sz="1600" dirty="0">
                <a:solidFill>
                  <a:schemeClr val="bg1"/>
                </a:solidFill>
              </a:rPr>
              <a:t> Connect two nodes only if the segment does </a:t>
            </a:r>
            <a:r>
              <a:rPr lang="en-US" sz="1600" b="1" dirty="0">
                <a:solidFill>
                  <a:schemeClr val="bg1"/>
                </a:solidFill>
              </a:rPr>
              <a:t>not</a:t>
            </a:r>
            <a:r>
              <a:rPr lang="en-US" sz="1600" dirty="0">
                <a:solidFill>
                  <a:schemeClr val="bg1"/>
                </a:solidFill>
              </a:rPr>
              <a:t> pass through the </a:t>
            </a:r>
            <a:r>
              <a:rPr lang="en-US" sz="1600" b="1" dirty="0">
                <a:solidFill>
                  <a:schemeClr val="bg1"/>
                </a:solidFill>
              </a:rPr>
              <a:t>interior</a:t>
            </a:r>
            <a:r>
              <a:rPr lang="en-US" sz="1600" dirty="0">
                <a:solidFill>
                  <a:schemeClr val="bg1"/>
                </a:solidFill>
              </a:rPr>
              <a:t> of any NFZ (ground or building).</a:t>
            </a:r>
          </a:p>
          <a:p>
            <a:endParaRPr lang="en-US" dirty="0"/>
          </a:p>
        </p:txBody>
      </p:sp>
      <p:sp>
        <p:nvSpPr>
          <p:cNvPr id="66" name="Shape 24">
            <a:extLst>
              <a:ext uri="{FF2B5EF4-FFF2-40B4-BE49-F238E27FC236}">
                <a16:creationId xmlns:a16="http://schemas.microsoft.com/office/drawing/2014/main" id="{472DC366-BDDF-CF96-0367-71DCDAA1F26A}"/>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5" name="Text 25">
            <a:extLst>
              <a:ext uri="{FF2B5EF4-FFF2-40B4-BE49-F238E27FC236}">
                <a16:creationId xmlns:a16="http://schemas.microsoft.com/office/drawing/2014/main" id="{6C1F6378-5823-911D-1F65-9AD6EA35A905}"/>
              </a:ext>
            </a:extLst>
          </p:cNvPr>
          <p:cNvSpPr/>
          <p:nvPr/>
        </p:nvSpPr>
        <p:spPr>
          <a:xfrm>
            <a:off x="6647691" y="5489820"/>
            <a:ext cx="5120640" cy="341376"/>
          </a:xfrm>
          <a:prstGeom prst="rect">
            <a:avLst/>
          </a:prstGeom>
          <a:noFill/>
          <a:ln/>
        </p:spPr>
        <p:txBody>
          <a:bodyPr wrap="square" lIns="0" tIns="0" rIns="0" bIns="0" rtlCol="0" anchor="ctr"/>
          <a:lstStyle/>
          <a:p>
            <a:pPr defTabSz="1219170"/>
            <a:r>
              <a:rPr lang="en-US" sz="1067" b="1" kern="0" spc="267" dirty="0">
                <a:solidFill>
                  <a:srgbClr val="00C8E8"/>
                </a:solidFill>
                <a:latin typeface="Calibri" pitchFamily="34" charset="0"/>
                <a:ea typeface="Calibri" pitchFamily="34" charset="-122"/>
                <a:cs typeface="Calibri" pitchFamily="34" charset="-120"/>
              </a:rPr>
              <a:t>OUTPUT</a:t>
            </a:r>
            <a:endParaRPr lang="en-US" sz="1067" dirty="0">
              <a:solidFill>
                <a:prstClr val="black"/>
              </a:solidFill>
              <a:latin typeface="Calibri" panose="020F0502020204030204"/>
            </a:endParaRPr>
          </a:p>
        </p:txBody>
      </p:sp>
      <p:sp>
        <p:nvSpPr>
          <p:cNvPr id="67" name="Text 29">
            <a:extLst>
              <a:ext uri="{FF2B5EF4-FFF2-40B4-BE49-F238E27FC236}">
                <a16:creationId xmlns:a16="http://schemas.microsoft.com/office/drawing/2014/main" id="{F319FEC0-7057-5A8E-AEA8-907DFAD6D84F}"/>
              </a:ext>
            </a:extLst>
          </p:cNvPr>
          <p:cNvSpPr/>
          <p:nvPr/>
        </p:nvSpPr>
        <p:spPr>
          <a:xfrm>
            <a:off x="6713732" y="5749676"/>
            <a:ext cx="3679613" cy="512064"/>
          </a:xfrm>
          <a:prstGeom prst="rect">
            <a:avLst/>
          </a:prstGeom>
          <a:noFill/>
          <a:ln/>
        </p:spPr>
        <p:txBody>
          <a:bodyPr wrap="square" lIns="0" tIns="0" rIns="0" bIns="0" rtlCol="0" anchor="ctr"/>
          <a:lstStyle/>
          <a:p>
            <a:pPr defTabSz="1219170"/>
            <a:r>
              <a:rPr lang="en-US" sz="1333" b="1" dirty="0">
                <a:solidFill>
                  <a:srgbClr val="FFFFFF"/>
                </a:solidFill>
                <a:latin typeface="Calibri" pitchFamily="34" charset="0"/>
                <a:ea typeface="Calibri" pitchFamily="34" charset="-122"/>
                <a:cs typeface="Calibri" pitchFamily="34" charset="-120"/>
              </a:rPr>
              <a:t>All feasible ways between origin and destination</a:t>
            </a:r>
            <a:endParaRPr lang="en-US" sz="1333"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Visibility Graph II - Result</a:t>
            </a:r>
            <a:endParaRPr lang="en-US" sz="3733" dirty="0">
              <a:solidFill>
                <a:prstClr val="black"/>
              </a:solidFill>
            </a:endParaRPr>
          </a:p>
        </p:txBody>
      </p:sp>
      <p:sp>
        <p:nvSpPr>
          <p:cNvPr id="4" name="Shape 2"/>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3" name="Group 32">
            <a:extLst>
              <a:ext uri="{FF2B5EF4-FFF2-40B4-BE49-F238E27FC236}">
                <a16:creationId xmlns:a16="http://schemas.microsoft.com/office/drawing/2014/main" id="{2B70E69C-FCDC-5F7F-26B9-DAB349DCE373}"/>
              </a:ext>
            </a:extLst>
          </p:cNvPr>
          <p:cNvGrpSpPr/>
          <p:nvPr/>
        </p:nvGrpSpPr>
        <p:grpSpPr>
          <a:xfrm>
            <a:off x="7802880" y="1889760"/>
            <a:ext cx="3840480" cy="1894840"/>
            <a:chOff x="7802880" y="1889760"/>
            <a:chExt cx="3840480" cy="999744"/>
          </a:xfrm>
        </p:grpSpPr>
        <p:sp>
          <p:nvSpPr>
            <p:cNvPr id="6" name="Shape 3"/>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5"/>
            <p:cNvSpPr/>
            <p:nvPr/>
          </p:nvSpPr>
          <p:spPr>
            <a:xfrm>
              <a:off x="8046720" y="1938528"/>
              <a:ext cx="3413760" cy="129024"/>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Legend</a:t>
              </a:r>
              <a:endParaRPr lang="en-US" sz="1267" dirty="0">
                <a:solidFill>
                  <a:prstClr val="black"/>
                </a:solidFill>
                <a:latin typeface="Calibri" panose="020F0502020204030204"/>
              </a:endParaRPr>
            </a:p>
          </p:txBody>
        </p:sp>
      </p:grpSp>
      <p:grpSp>
        <p:nvGrpSpPr>
          <p:cNvPr id="35" name="Group 34">
            <a:extLst>
              <a:ext uri="{FF2B5EF4-FFF2-40B4-BE49-F238E27FC236}">
                <a16:creationId xmlns:a16="http://schemas.microsoft.com/office/drawing/2014/main" id="{5C4C4708-7BD9-6C9D-5695-81F22B6ECBA1}"/>
              </a:ext>
            </a:extLst>
          </p:cNvPr>
          <p:cNvGrpSpPr/>
          <p:nvPr/>
        </p:nvGrpSpPr>
        <p:grpSpPr>
          <a:xfrm>
            <a:off x="7802880" y="4084320"/>
            <a:ext cx="3840480" cy="1780507"/>
            <a:chOff x="7802880" y="4084320"/>
            <a:chExt cx="3840480" cy="999744"/>
          </a:xfrm>
        </p:grpSpPr>
        <p:sp>
          <p:nvSpPr>
            <p:cNvPr id="14" name="Shape 11"/>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5" name="Shape 12"/>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6" name="Text 13"/>
            <p:cNvSpPr/>
            <p:nvPr/>
          </p:nvSpPr>
          <p:spPr>
            <a:xfrm>
              <a:off x="8046720" y="4133088"/>
              <a:ext cx="3413760" cy="341376"/>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Output</a:t>
              </a:r>
              <a:endParaRPr lang="en-US" sz="1267" dirty="0">
                <a:solidFill>
                  <a:prstClr val="black"/>
                </a:solidFill>
                <a:latin typeface="Calibri" panose="020F0502020204030204"/>
              </a:endParaRPr>
            </a:p>
          </p:txBody>
        </p:sp>
        <p:sp>
          <p:nvSpPr>
            <p:cNvPr id="17" name="Text 14"/>
            <p:cNvSpPr/>
            <p:nvPr/>
          </p:nvSpPr>
          <p:spPr>
            <a:xfrm>
              <a:off x="8046720" y="4486656"/>
              <a:ext cx="3413760" cy="536448"/>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Each edge is a feasible straight flight segment that does not cut through NFZ interiors.</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The graph is dense near obstacles and links corner points where routes typically bend.</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This structure defines all allowed moves; it is not the final route yet.</a:t>
              </a:r>
              <a:endParaRPr lang="en-US" sz="1133" dirty="0">
                <a:solidFill>
                  <a:prstClr val="black"/>
                </a:solidFill>
                <a:latin typeface="Calibri" panose="020F0502020204030204"/>
              </a:endParaRPr>
            </a:p>
          </p:txBody>
        </p:sp>
      </p:grpSp>
      <p:sp>
        <p:nvSpPr>
          <p:cNvPr id="22" name="Shape 19"/>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28" name="Shape 3">
            <a:extLst>
              <a:ext uri="{FF2B5EF4-FFF2-40B4-BE49-F238E27FC236}">
                <a16:creationId xmlns:a16="http://schemas.microsoft.com/office/drawing/2014/main" id="{4571DAEB-0066-7224-4B4D-4492562FED84}"/>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pic>
        <p:nvPicPr>
          <p:cNvPr id="30" name="Picture 29">
            <a:extLst>
              <a:ext uri="{FF2B5EF4-FFF2-40B4-BE49-F238E27FC236}">
                <a16:creationId xmlns:a16="http://schemas.microsoft.com/office/drawing/2014/main" id="{5C7ABE13-93BC-EB80-0B5D-04686EA989F2}"/>
              </a:ext>
            </a:extLst>
          </p:cNvPr>
          <p:cNvPicPr>
            <a:picLocks noChangeAspect="1"/>
          </p:cNvPicPr>
          <p:nvPr/>
        </p:nvPicPr>
        <p:blipFill>
          <a:blip r:embed="rId3"/>
          <a:srcRect t="20924"/>
          <a:stretch>
            <a:fillRect/>
          </a:stretch>
        </p:blipFill>
        <p:spPr>
          <a:xfrm>
            <a:off x="548640" y="1908993"/>
            <a:ext cx="6876627" cy="4356340"/>
          </a:xfrm>
          <a:prstGeom prst="rect">
            <a:avLst/>
          </a:prstGeom>
        </p:spPr>
      </p:pic>
      <p:graphicFrame>
        <p:nvGraphicFramePr>
          <p:cNvPr id="34" name="Table 33">
            <a:extLst>
              <a:ext uri="{FF2B5EF4-FFF2-40B4-BE49-F238E27FC236}">
                <a16:creationId xmlns:a16="http://schemas.microsoft.com/office/drawing/2014/main" id="{A957400B-C00C-FCE9-88DE-E5F633C4DA48}"/>
              </a:ext>
            </a:extLst>
          </p:cNvPr>
          <p:cNvGraphicFramePr>
            <a:graphicFrameLocks noGrp="1"/>
          </p:cNvGraphicFramePr>
          <p:nvPr>
            <p:extLst>
              <p:ext uri="{D42A27DB-BD31-4B8C-83A1-F6EECF244321}">
                <p14:modId xmlns:p14="http://schemas.microsoft.com/office/powerpoint/2010/main" val="2713535637"/>
              </p:ext>
            </p:extLst>
          </p:nvPr>
        </p:nvGraphicFramePr>
        <p:xfrm>
          <a:off x="7946305" y="2275501"/>
          <a:ext cx="3620686" cy="1386840"/>
        </p:xfrm>
        <a:graphic>
          <a:graphicData uri="http://schemas.openxmlformats.org/drawingml/2006/table">
            <a:tbl>
              <a:tblPr firstRow="1" bandRow="1">
                <a:tableStyleId>{5C22544A-7EE6-4342-B048-85BDC9FD1C3A}</a:tableStyleId>
              </a:tblPr>
              <a:tblGrid>
                <a:gridCol w="1810343">
                  <a:extLst>
                    <a:ext uri="{9D8B030D-6E8A-4147-A177-3AD203B41FA5}">
                      <a16:colId xmlns:a16="http://schemas.microsoft.com/office/drawing/2014/main" val="3750278399"/>
                    </a:ext>
                  </a:extLst>
                </a:gridCol>
                <a:gridCol w="1810343">
                  <a:extLst>
                    <a:ext uri="{9D8B030D-6E8A-4147-A177-3AD203B41FA5}">
                      <a16:colId xmlns:a16="http://schemas.microsoft.com/office/drawing/2014/main" val="3461866061"/>
                    </a:ext>
                  </a:extLst>
                </a:gridCol>
              </a:tblGrid>
              <a:tr h="0">
                <a:tc>
                  <a:txBody>
                    <a:bodyPr/>
                    <a:lstStyle/>
                    <a:p>
                      <a:pPr algn="l" fontAlgn="t">
                        <a:buNone/>
                      </a:pPr>
                      <a:r>
                        <a:rPr lang="en-US" sz="800" b="1" dirty="0">
                          <a:effectLst/>
                        </a:rPr>
                        <a:t>Symbol</a:t>
                      </a:r>
                    </a:p>
                  </a:txBody>
                  <a:tcPr marL="68580" marR="68580" marT="38100" marB="38100"/>
                </a:tc>
                <a:tc>
                  <a:txBody>
                    <a:bodyPr/>
                    <a:lstStyle/>
                    <a:p>
                      <a:pPr algn="l" fontAlgn="t">
                        <a:buNone/>
                      </a:pPr>
                      <a:r>
                        <a:rPr lang="en-US" sz="800" b="1" dirty="0">
                          <a:effectLst/>
                        </a:rPr>
                        <a:t>Meaning</a:t>
                      </a:r>
                    </a:p>
                  </a:txBody>
                  <a:tcPr marL="68580" marR="68580" marT="38100" marB="38100"/>
                </a:tc>
                <a:extLst>
                  <a:ext uri="{0D108BD9-81ED-4DB2-BD59-A6C34878D82A}">
                    <a16:rowId xmlns:a16="http://schemas.microsoft.com/office/drawing/2014/main" val="2624572544"/>
                  </a:ext>
                </a:extLst>
              </a:tr>
              <a:tr h="164592">
                <a:tc>
                  <a:txBody>
                    <a:bodyPr/>
                    <a:lstStyle/>
                    <a:p>
                      <a:pPr algn="l" fontAlgn="t" latinLnBrk="0">
                        <a:buNone/>
                      </a:pPr>
                      <a:r>
                        <a:rPr lang="en-US" sz="800">
                          <a:effectLst/>
                        </a:rPr>
                        <a:t>Blue line</a:t>
                      </a:r>
                    </a:p>
                  </a:txBody>
                  <a:tcPr marL="68580" marR="68580" marT="38100" marB="38100"/>
                </a:tc>
                <a:tc>
                  <a:txBody>
                    <a:bodyPr/>
                    <a:lstStyle/>
                    <a:p>
                      <a:pPr algn="l" fontAlgn="t" latinLnBrk="0">
                        <a:buNone/>
                      </a:pPr>
                      <a:r>
                        <a:rPr lang="en-US" sz="800" dirty="0">
                          <a:effectLst/>
                        </a:rPr>
                        <a:t>Visibility edge</a:t>
                      </a:r>
                    </a:p>
                  </a:txBody>
                  <a:tcPr marL="68580" marR="68580" marT="38100" marB="38100"/>
                </a:tc>
                <a:extLst>
                  <a:ext uri="{0D108BD9-81ED-4DB2-BD59-A6C34878D82A}">
                    <a16:rowId xmlns:a16="http://schemas.microsoft.com/office/drawing/2014/main" val="1933368993"/>
                  </a:ext>
                </a:extLst>
              </a:tr>
              <a:tr h="164592">
                <a:tc>
                  <a:txBody>
                    <a:bodyPr/>
                    <a:lstStyle/>
                    <a:p>
                      <a:pPr algn="l" fontAlgn="t" latinLnBrk="0">
                        <a:buNone/>
                      </a:pPr>
                      <a:r>
                        <a:rPr lang="en-US" sz="800">
                          <a:effectLst/>
                        </a:rPr>
                        <a:t>Blue dot</a:t>
                      </a:r>
                    </a:p>
                  </a:txBody>
                  <a:tcPr marL="68580" marR="68580" marT="38100" marB="38100"/>
                </a:tc>
                <a:tc>
                  <a:txBody>
                    <a:bodyPr/>
                    <a:lstStyle/>
                    <a:p>
                      <a:pPr algn="l" fontAlgn="t" latinLnBrk="0">
                        <a:buNone/>
                      </a:pPr>
                      <a:r>
                        <a:rPr lang="en-US" sz="800">
                          <a:effectLst/>
                        </a:rPr>
                        <a:t>Node</a:t>
                      </a:r>
                    </a:p>
                  </a:txBody>
                  <a:tcPr marL="68580" marR="68580" marT="38100" marB="38100"/>
                </a:tc>
                <a:extLst>
                  <a:ext uri="{0D108BD9-81ED-4DB2-BD59-A6C34878D82A}">
                    <a16:rowId xmlns:a16="http://schemas.microsoft.com/office/drawing/2014/main" val="3389837496"/>
                  </a:ext>
                </a:extLst>
              </a:tr>
              <a:tr h="164592">
                <a:tc>
                  <a:txBody>
                    <a:bodyPr/>
                    <a:lstStyle/>
                    <a:p>
                      <a:pPr algn="l" fontAlgn="t" latinLnBrk="0">
                        <a:buNone/>
                      </a:pPr>
                      <a:r>
                        <a:rPr lang="en-US" sz="800">
                          <a:effectLst/>
                        </a:rPr>
                        <a:t>Green ★</a:t>
                      </a:r>
                    </a:p>
                  </a:txBody>
                  <a:tcPr marL="68580" marR="68580" marT="38100" marB="38100"/>
                </a:tc>
                <a:tc>
                  <a:txBody>
                    <a:bodyPr/>
                    <a:lstStyle/>
                    <a:p>
                      <a:pPr algn="l" fontAlgn="t" latinLnBrk="0">
                        <a:buNone/>
                      </a:pPr>
                      <a:r>
                        <a:rPr lang="en-US" sz="800">
                          <a:effectLst/>
                        </a:rPr>
                        <a:t>Start A</a:t>
                      </a:r>
                    </a:p>
                  </a:txBody>
                  <a:tcPr marL="68580" marR="68580" marT="38100" marB="38100"/>
                </a:tc>
                <a:extLst>
                  <a:ext uri="{0D108BD9-81ED-4DB2-BD59-A6C34878D82A}">
                    <a16:rowId xmlns:a16="http://schemas.microsoft.com/office/drawing/2014/main" val="171548316"/>
                  </a:ext>
                </a:extLst>
              </a:tr>
              <a:tr h="164592">
                <a:tc>
                  <a:txBody>
                    <a:bodyPr/>
                    <a:lstStyle/>
                    <a:p>
                      <a:pPr algn="l" fontAlgn="t" latinLnBrk="0">
                        <a:buNone/>
                      </a:pPr>
                      <a:r>
                        <a:rPr lang="en-US" sz="800">
                          <a:effectLst/>
                        </a:rPr>
                        <a:t>Purple ★</a:t>
                      </a:r>
                    </a:p>
                  </a:txBody>
                  <a:tcPr marL="68580" marR="68580" marT="38100" marB="38100"/>
                </a:tc>
                <a:tc>
                  <a:txBody>
                    <a:bodyPr/>
                    <a:lstStyle/>
                    <a:p>
                      <a:pPr algn="l" fontAlgn="t" latinLnBrk="0">
                        <a:buNone/>
                      </a:pPr>
                      <a:r>
                        <a:rPr lang="en-US" sz="800">
                          <a:effectLst/>
                        </a:rPr>
                        <a:t>Goal B</a:t>
                      </a:r>
                    </a:p>
                  </a:txBody>
                  <a:tcPr marL="68580" marR="68580" marT="38100" marB="38100"/>
                </a:tc>
                <a:extLst>
                  <a:ext uri="{0D108BD9-81ED-4DB2-BD59-A6C34878D82A}">
                    <a16:rowId xmlns:a16="http://schemas.microsoft.com/office/drawing/2014/main" val="2987144053"/>
                  </a:ext>
                </a:extLst>
              </a:tr>
              <a:tr h="164592">
                <a:tc>
                  <a:txBody>
                    <a:bodyPr/>
                    <a:lstStyle/>
                    <a:p>
                      <a:pPr algn="l" fontAlgn="t" latinLnBrk="0">
                        <a:buNone/>
                      </a:pPr>
                      <a:r>
                        <a:rPr lang="en-US" sz="800">
                          <a:effectLst/>
                        </a:rPr>
                        <a:t>Red box</a:t>
                      </a:r>
                    </a:p>
                  </a:txBody>
                  <a:tcPr marL="68580" marR="68580" marT="38100" marB="38100"/>
                </a:tc>
                <a:tc>
                  <a:txBody>
                    <a:bodyPr/>
                    <a:lstStyle/>
                    <a:p>
                      <a:pPr algn="l" fontAlgn="t" latinLnBrk="0">
                        <a:buNone/>
                      </a:pPr>
                      <a:r>
                        <a:rPr lang="en-US" sz="800">
                          <a:effectLst/>
                        </a:rPr>
                        <a:t>Building NFZ</a:t>
                      </a:r>
                    </a:p>
                  </a:txBody>
                  <a:tcPr marL="68580" marR="68580" marT="38100" marB="38100"/>
                </a:tc>
                <a:extLst>
                  <a:ext uri="{0D108BD9-81ED-4DB2-BD59-A6C34878D82A}">
                    <a16:rowId xmlns:a16="http://schemas.microsoft.com/office/drawing/2014/main" val="4263913871"/>
                  </a:ext>
                </a:extLst>
              </a:tr>
              <a:tr h="164592">
                <a:tc>
                  <a:txBody>
                    <a:bodyPr/>
                    <a:lstStyle/>
                    <a:p>
                      <a:pPr algn="l" fontAlgn="t" latinLnBrk="0">
                        <a:buNone/>
                      </a:pPr>
                      <a:r>
                        <a:rPr lang="en-US" sz="800" dirty="0">
                          <a:effectLst/>
                        </a:rPr>
                        <a:t>Gray box</a:t>
                      </a:r>
                    </a:p>
                  </a:txBody>
                  <a:tcPr marL="68580" marR="68580" marT="38100" marB="38100"/>
                </a:tc>
                <a:tc>
                  <a:txBody>
                    <a:bodyPr/>
                    <a:lstStyle/>
                    <a:p>
                      <a:pPr algn="l" fontAlgn="t" latinLnBrk="0">
                        <a:buNone/>
                      </a:pPr>
                      <a:r>
                        <a:rPr lang="en-US" sz="800" dirty="0">
                          <a:effectLst/>
                        </a:rPr>
                        <a:t>Ground NFZ</a:t>
                      </a:r>
                    </a:p>
                  </a:txBody>
                  <a:tcPr marL="68580" marR="68580" marT="38100" marB="38100"/>
                </a:tc>
                <a:extLst>
                  <a:ext uri="{0D108BD9-81ED-4DB2-BD59-A6C34878D82A}">
                    <a16:rowId xmlns:a16="http://schemas.microsoft.com/office/drawing/2014/main" val="1024088837"/>
                  </a:ext>
                </a:extLst>
              </a:tr>
            </a:tbl>
          </a:graphicData>
        </a:graphic>
      </p:graphicFrame>
      <p:sp>
        <p:nvSpPr>
          <p:cNvPr id="36" name="Google Shape;261;p24">
            <a:extLst>
              <a:ext uri="{FF2B5EF4-FFF2-40B4-BE49-F238E27FC236}">
                <a16:creationId xmlns:a16="http://schemas.microsoft.com/office/drawing/2014/main" id="{71BAEE52-A773-CC94-7DC7-3C0E6C84868F}"/>
              </a:ext>
            </a:extLst>
          </p:cNvPr>
          <p:cNvSpPr/>
          <p:nvPr/>
        </p:nvSpPr>
        <p:spPr>
          <a:xfrm>
            <a:off x="7802880" y="6097897"/>
            <a:ext cx="3840480" cy="2944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261"/>
              </a:buClr>
              <a:buSzPts val="1000"/>
              <a:buFont typeface="Calibri"/>
              <a:buNone/>
            </a:pPr>
            <a:r>
              <a:rPr lang="en" sz="1000" b="1" dirty="0">
                <a:solidFill>
                  <a:srgbClr val="F4A261"/>
                </a:solidFill>
                <a:latin typeface="Calibri"/>
                <a:ea typeface="Calibri"/>
                <a:cs typeface="Calibri"/>
                <a:sym typeface="Calibri"/>
              </a:rPr>
              <a:t>★  Outputs from visibility graph will be used in Djkstra to find optimum path.</a:t>
            </a:r>
            <a:endParaRPr sz="1000" dirty="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ABCEE732-EEF0-4B91-759F-BD07DD2587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40D5E8-13D2-F524-A2D6-1A431AE2A4C2}"/>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B — FRAMEWORK 1</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28DD3AC0-CDED-00CD-C94D-C20241952A5A}"/>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Dijkstra I - Concept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086B2AFE-44F3-98E2-8E5F-E69AF62703AF}"/>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D8ABE3F0-9AEE-EF91-9CAF-8BEB32EF27A3}"/>
              </a:ext>
            </a:extLst>
          </p:cNvPr>
          <p:cNvGrpSpPr/>
          <p:nvPr/>
        </p:nvGrpSpPr>
        <p:grpSpPr>
          <a:xfrm>
            <a:off x="6530851" y="1352251"/>
            <a:ext cx="5547360" cy="4145476"/>
            <a:chOff x="6483773" y="1517904"/>
            <a:chExt cx="5547360" cy="4145476"/>
          </a:xfrm>
        </p:grpSpPr>
        <p:sp>
          <p:nvSpPr>
            <p:cNvPr id="26" name="Shape 24">
              <a:extLst>
                <a:ext uri="{FF2B5EF4-FFF2-40B4-BE49-F238E27FC236}">
                  <a16:creationId xmlns:a16="http://schemas.microsoft.com/office/drawing/2014/main" id="{2939B28B-E86D-8978-471A-187F86A561A2}"/>
                </a:ext>
              </a:extLst>
            </p:cNvPr>
            <p:cNvSpPr/>
            <p:nvPr/>
          </p:nvSpPr>
          <p:spPr>
            <a:xfrm>
              <a:off x="6483773" y="1517904"/>
              <a:ext cx="5547360" cy="4145476"/>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C82DED35-A579-58B4-F872-36979D20D503}"/>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03D3E76F-949A-D735-CBD4-228B991307C4}"/>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74FB4D08-1086-DEEC-66D3-BD39A59958F9}"/>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64FD17E6-9858-EBFA-FDEA-C41FAF501F32}"/>
                </a:ext>
              </a:extLst>
            </p:cNvPr>
            <p:cNvSpPr/>
            <p:nvPr/>
          </p:nvSpPr>
          <p:spPr>
            <a:xfrm>
              <a:off x="6727613" y="2127504"/>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9070F696-BBB2-537D-0E08-0DB7B24106A8}"/>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nodes, edges from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build_visibility_graph</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0B3E7614-0A82-BFBE-1810-CFB91E3B0318}"/>
                </a:ext>
              </a:extLst>
            </p:cNvPr>
            <p:cNvGrpSpPr/>
            <p:nvPr/>
          </p:nvGrpSpPr>
          <p:grpSpPr>
            <a:xfrm>
              <a:off x="6605693" y="2688337"/>
              <a:ext cx="5120640" cy="512064"/>
              <a:chOff x="6605693" y="2688336"/>
              <a:chExt cx="5120640" cy="394618"/>
            </a:xfrm>
          </p:grpSpPr>
          <p:sp>
            <p:nvSpPr>
              <p:cNvPr id="32" name="Shape 30">
                <a:extLst>
                  <a:ext uri="{FF2B5EF4-FFF2-40B4-BE49-F238E27FC236}">
                    <a16:creationId xmlns:a16="http://schemas.microsoft.com/office/drawing/2014/main" id="{933D599D-F96D-A8F6-D626-0D494E10CED4}"/>
                  </a:ext>
                </a:extLst>
              </p:cNvPr>
              <p:cNvSpPr/>
              <p:nvPr/>
            </p:nvSpPr>
            <p:spPr>
              <a:xfrm>
                <a:off x="6605693" y="2688336"/>
                <a:ext cx="5120640" cy="394618"/>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60CFA996-5EF3-F649-33F7-F2097EF53E18}"/>
                  </a:ext>
                </a:extLst>
              </p:cNvPr>
              <p:cNvSpPr/>
              <p:nvPr/>
            </p:nvSpPr>
            <p:spPr>
              <a:xfrm>
                <a:off x="6727613" y="2688336"/>
                <a:ext cx="2682240" cy="39461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Adjacency list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5F94C130-B461-07C4-C3BA-74334601B8B3}"/>
                  </a:ext>
                </a:extLst>
              </p:cNvPr>
              <p:cNvSpPr/>
              <p:nvPr/>
            </p:nvSpPr>
            <p:spPr>
              <a:xfrm>
                <a:off x="7924800" y="2688336"/>
                <a:ext cx="3679613" cy="35359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Each edge → both ends; weight = ‖p1 − p2‖</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BECA16F0-7311-7B5F-AA22-5BE33C87589A}"/>
                </a:ext>
              </a:extLst>
            </p:cNvPr>
            <p:cNvGrpSpPr/>
            <p:nvPr/>
          </p:nvGrpSpPr>
          <p:grpSpPr>
            <a:xfrm>
              <a:off x="6600613" y="3250927"/>
              <a:ext cx="5120640" cy="512064"/>
              <a:chOff x="6605693" y="3129504"/>
              <a:chExt cx="5120640" cy="344107"/>
            </a:xfrm>
          </p:grpSpPr>
          <p:sp>
            <p:nvSpPr>
              <p:cNvPr id="35" name="Shape 33">
                <a:extLst>
                  <a:ext uri="{FF2B5EF4-FFF2-40B4-BE49-F238E27FC236}">
                    <a16:creationId xmlns:a16="http://schemas.microsoft.com/office/drawing/2014/main" id="{E9D14AFE-58D5-E0E3-E054-D4F8438A41C8}"/>
                  </a:ext>
                </a:extLst>
              </p:cNvPr>
              <p:cNvSpPr/>
              <p:nvPr/>
            </p:nvSpPr>
            <p:spPr>
              <a:xfrm>
                <a:off x="6605693" y="3129504"/>
                <a:ext cx="5120640" cy="344107"/>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B2F760C5-7230-B0D4-BB5B-4436C6DB2D2F}"/>
                  </a:ext>
                </a:extLst>
              </p:cNvPr>
              <p:cNvSpPr/>
              <p:nvPr/>
            </p:nvSpPr>
            <p:spPr>
              <a:xfrm>
                <a:off x="6727613" y="3204625"/>
                <a:ext cx="2682240" cy="22873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Priority queue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0EEA5B21-C8AE-D0A0-CD8F-1EF87B61B717}"/>
                  </a:ext>
                </a:extLst>
              </p:cNvPr>
              <p:cNvSpPr/>
              <p:nvPr/>
            </p:nvSpPr>
            <p:spPr>
              <a:xfrm>
                <a:off x="7924800" y="3141204"/>
                <a:ext cx="3679613" cy="256381"/>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(distance, node) — pop minimum</a:t>
                </a:r>
              </a:p>
            </p:txBody>
          </p:sp>
        </p:grpSp>
        <p:grpSp>
          <p:nvGrpSpPr>
            <p:cNvPr id="57" name="Group 56">
              <a:extLst>
                <a:ext uri="{FF2B5EF4-FFF2-40B4-BE49-F238E27FC236}">
                  <a16:creationId xmlns:a16="http://schemas.microsoft.com/office/drawing/2014/main" id="{1082E8B0-047D-DAA5-3843-450D79200BA5}"/>
                </a:ext>
              </a:extLst>
            </p:cNvPr>
            <p:cNvGrpSpPr/>
            <p:nvPr/>
          </p:nvGrpSpPr>
          <p:grpSpPr>
            <a:xfrm>
              <a:off x="6600613" y="3833437"/>
              <a:ext cx="5120640" cy="562150"/>
              <a:chOff x="6605693" y="3377762"/>
              <a:chExt cx="5120640" cy="562150"/>
            </a:xfrm>
          </p:grpSpPr>
          <p:sp>
            <p:nvSpPr>
              <p:cNvPr id="38" name="Shape 36">
                <a:extLst>
                  <a:ext uri="{FF2B5EF4-FFF2-40B4-BE49-F238E27FC236}">
                    <a16:creationId xmlns:a16="http://schemas.microsoft.com/office/drawing/2014/main" id="{893FED09-40E5-D732-BAEA-C4065F23E15E}"/>
                  </a:ext>
                </a:extLst>
              </p:cNvPr>
              <p:cNvSpPr/>
              <p:nvPr/>
            </p:nvSpPr>
            <p:spPr>
              <a:xfrm>
                <a:off x="6605693" y="3427848"/>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FBEE6DEB-E78F-FACC-1CB6-135D57C6139D}"/>
                  </a:ext>
                </a:extLst>
              </p:cNvPr>
              <p:cNvSpPr/>
              <p:nvPr/>
            </p:nvSpPr>
            <p:spPr>
              <a:xfrm>
                <a:off x="6727613" y="3377762"/>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Relax </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5065A3D7-2456-BAB0-A93F-23D7B1661287}"/>
                  </a:ext>
                </a:extLst>
              </p:cNvPr>
              <p:cNvSpPr/>
              <p:nvPr/>
            </p:nvSpPr>
            <p:spPr>
              <a:xfrm>
                <a:off x="7901094" y="341634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Update neighbor if shorter path found</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6" name="Group 55">
              <a:extLst>
                <a:ext uri="{FF2B5EF4-FFF2-40B4-BE49-F238E27FC236}">
                  <a16:creationId xmlns:a16="http://schemas.microsoft.com/office/drawing/2014/main" id="{363EFF85-10D8-670C-9CCE-75B76BA7EFA0}"/>
                </a:ext>
              </a:extLst>
            </p:cNvPr>
            <p:cNvGrpSpPr/>
            <p:nvPr/>
          </p:nvGrpSpPr>
          <p:grpSpPr>
            <a:xfrm>
              <a:off x="6600613" y="4487482"/>
              <a:ext cx="5120640" cy="538626"/>
              <a:chOff x="6605693" y="4005900"/>
              <a:chExt cx="5120640" cy="538626"/>
            </a:xfrm>
          </p:grpSpPr>
          <p:sp>
            <p:nvSpPr>
              <p:cNvPr id="41" name="Shape 39">
                <a:extLst>
                  <a:ext uri="{FF2B5EF4-FFF2-40B4-BE49-F238E27FC236}">
                    <a16:creationId xmlns:a16="http://schemas.microsoft.com/office/drawing/2014/main" id="{2DAE09F1-5948-55A9-63EF-B093D25E77C7}"/>
                  </a:ext>
                </a:extLst>
              </p:cNvPr>
              <p:cNvSpPr/>
              <p:nvPr/>
            </p:nvSpPr>
            <p:spPr>
              <a:xfrm>
                <a:off x="6605693" y="4005900"/>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a:extLst>
                  <a:ext uri="{FF2B5EF4-FFF2-40B4-BE49-F238E27FC236}">
                    <a16:creationId xmlns:a16="http://schemas.microsoft.com/office/drawing/2014/main" id="{43C55298-763E-8A2B-8788-0A82A2134510}"/>
                  </a:ext>
                </a:extLst>
              </p:cNvPr>
              <p:cNvSpPr/>
              <p:nvPr/>
            </p:nvSpPr>
            <p:spPr>
              <a:xfrm>
                <a:off x="6727613" y="4032462"/>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Reconstruct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a:extLst>
                  <a:ext uri="{FF2B5EF4-FFF2-40B4-BE49-F238E27FC236}">
                    <a16:creationId xmlns:a16="http://schemas.microsoft.com/office/drawing/2014/main" id="{DFF49BC2-E445-58B3-8C83-0CC1C1917CA7}"/>
                  </a:ext>
                </a:extLst>
              </p:cNvPr>
              <p:cNvSpPr/>
              <p:nvPr/>
            </p:nvSpPr>
            <p:spPr>
              <a:xfrm>
                <a:off x="7901093" y="4007372"/>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Backtrack from goal to start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29892466-26B7-D7F1-08A0-419F57CB3220}"/>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EF5E968B-AA20-C0C7-49D2-7238AC5C9A38}"/>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C8C25E23-9490-C9EE-9CD1-E837DE20DE12}"/>
              </a:ext>
            </a:extLst>
          </p:cNvPr>
          <p:cNvSpPr/>
          <p:nvPr/>
        </p:nvSpPr>
        <p:spPr>
          <a:xfrm>
            <a:off x="548639" y="1341118"/>
            <a:ext cx="5112512" cy="2961711"/>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FFDC308E-89BF-0D73-50B2-53BC33C23ADB}"/>
              </a:ext>
            </a:extLst>
          </p:cNvPr>
          <p:cNvSpPr txBox="1"/>
          <p:nvPr/>
        </p:nvSpPr>
        <p:spPr>
          <a:xfrm>
            <a:off x="548639" y="4356054"/>
            <a:ext cx="5860292" cy="203132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Problem: On the visibility graph, find the minimum total distance from start to goal.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Edge cost: Euclidean 3D length of each visible segment (non-negative).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Method: Greedy expansion from start; always process the closest unvisited node next (min-heap).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dirty="0">
                <a:ln>
                  <a:noFill/>
                </a:ln>
                <a:solidFill>
                  <a:prstClr val="white"/>
                </a:solidFill>
                <a:effectLst/>
                <a:uLnTx/>
                <a:uFillTx/>
                <a:latin typeface="Calibri" panose="020F0502020204030204"/>
                <a:ea typeface="+mn-ea"/>
                <a:cs typeface="+mn-cs"/>
              </a:rPr>
              <a:t>Guarantee: Shortest path when all weights ≥ 0 (true for distances).</a:t>
            </a:r>
            <a:endParaRPr kumimoji="0" lang="en-US" sz="140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58A0BE76-E009-5D6F-F4CF-41E5146158BB}"/>
              </a:ext>
            </a:extLst>
          </p:cNvPr>
          <p:cNvGrpSpPr/>
          <p:nvPr/>
        </p:nvGrpSpPr>
        <p:grpSpPr>
          <a:xfrm>
            <a:off x="6530851" y="5606756"/>
            <a:ext cx="5547360" cy="639592"/>
            <a:chOff x="6530851" y="5489820"/>
            <a:chExt cx="5547360" cy="977091"/>
          </a:xfrm>
        </p:grpSpPr>
        <p:sp>
          <p:nvSpPr>
            <p:cNvPr id="66" name="Shape 24">
              <a:extLst>
                <a:ext uri="{FF2B5EF4-FFF2-40B4-BE49-F238E27FC236}">
                  <a16:creationId xmlns:a16="http://schemas.microsoft.com/office/drawing/2014/main" id="{E36B0017-B614-C528-CD16-F60F6E88AA38}"/>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BDD23775-759B-5CB3-9152-55BB82A8A0D5}"/>
                </a:ext>
              </a:extLst>
            </p:cNvPr>
            <p:cNvSpPr/>
            <p:nvPr/>
          </p:nvSpPr>
          <p:spPr>
            <a:xfrm>
              <a:off x="6647691" y="548982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3FECE03B-AB3B-53D6-0A43-8CB3245CAABB}"/>
                </a:ext>
              </a:extLst>
            </p:cNvPr>
            <p:cNvSpPr/>
            <p:nvPr/>
          </p:nvSpPr>
          <p:spPr>
            <a:xfrm>
              <a:off x="6713732" y="5749676"/>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All feasible ways between origin and destination</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7" name="Picture 6">
            <a:extLst>
              <a:ext uri="{FF2B5EF4-FFF2-40B4-BE49-F238E27FC236}">
                <a16:creationId xmlns:a16="http://schemas.microsoft.com/office/drawing/2014/main" id="{43C0737C-64DD-2817-5D6C-585C9B2EEE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78" y="1416639"/>
            <a:ext cx="4861455" cy="2782525"/>
          </a:xfrm>
          <a:prstGeom prst="rect">
            <a:avLst/>
          </a:prstGeom>
        </p:spPr>
      </p:pic>
      <p:sp>
        <p:nvSpPr>
          <p:cNvPr id="9" name="Google Shape;261;p24">
            <a:extLst>
              <a:ext uri="{FF2B5EF4-FFF2-40B4-BE49-F238E27FC236}">
                <a16:creationId xmlns:a16="http://schemas.microsoft.com/office/drawing/2014/main" id="{64256F13-2618-1CD2-38C8-9070250C41F0}"/>
              </a:ext>
            </a:extLst>
          </p:cNvPr>
          <p:cNvSpPr/>
          <p:nvPr/>
        </p:nvSpPr>
        <p:spPr>
          <a:xfrm>
            <a:off x="6530851" y="6221308"/>
            <a:ext cx="5547360" cy="2944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4A261"/>
              </a:buClr>
              <a:buSzPts val="1000"/>
              <a:buFont typeface="Calibri"/>
              <a:buNone/>
            </a:pPr>
            <a:r>
              <a:rPr lang="en" sz="1000" b="1" dirty="0">
                <a:solidFill>
                  <a:srgbClr val="F4A261"/>
                </a:solidFill>
                <a:latin typeface="Calibri"/>
                <a:ea typeface="Calibri"/>
                <a:cs typeface="Calibri"/>
                <a:sym typeface="Calibri"/>
              </a:rPr>
              <a:t>★  Visibility graph is implemented in build_visibility_graph() in dijkstra.py.</a:t>
            </a:r>
            <a:endParaRPr sz="1000" dirty="0">
              <a:solidFill>
                <a:schemeClr val="dk1"/>
              </a:solidFill>
              <a:latin typeface="Calibri"/>
              <a:ea typeface="Calibri"/>
              <a:cs typeface="Calibri"/>
              <a:sym typeface="Calibri"/>
            </a:endParaRPr>
          </a:p>
        </p:txBody>
      </p:sp>
      <p:sp>
        <p:nvSpPr>
          <p:cNvPr id="10" name="Shape 36">
            <a:extLst>
              <a:ext uri="{FF2B5EF4-FFF2-40B4-BE49-F238E27FC236}">
                <a16:creationId xmlns:a16="http://schemas.microsoft.com/office/drawing/2014/main" id="{E8DDA25C-4360-D78A-823A-ADE7E089C145}"/>
              </a:ext>
            </a:extLst>
          </p:cNvPr>
          <p:cNvSpPr/>
          <p:nvPr/>
        </p:nvSpPr>
        <p:spPr>
          <a:xfrm>
            <a:off x="6647691" y="4920232"/>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41">
            <a:extLst>
              <a:ext uri="{FF2B5EF4-FFF2-40B4-BE49-F238E27FC236}">
                <a16:creationId xmlns:a16="http://schemas.microsoft.com/office/drawing/2014/main" id="{9A7FF661-BC6E-E121-E712-A66A49775BBE}"/>
              </a:ext>
            </a:extLst>
          </p:cNvPr>
          <p:cNvSpPr/>
          <p:nvPr/>
        </p:nvSpPr>
        <p:spPr>
          <a:xfrm>
            <a:off x="7943090" y="491023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Ground NFZ → vertical lift; building NFZ → invalid OD</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40">
            <a:extLst>
              <a:ext uri="{FF2B5EF4-FFF2-40B4-BE49-F238E27FC236}">
                <a16:creationId xmlns:a16="http://schemas.microsoft.com/office/drawing/2014/main" id="{B47D49FE-12BB-6735-0E90-5A4BFF08FCC6}"/>
              </a:ext>
            </a:extLst>
          </p:cNvPr>
          <p:cNvSpPr/>
          <p:nvPr/>
        </p:nvSpPr>
        <p:spPr>
          <a:xfrm>
            <a:off x="6745903" y="4931191"/>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Prechecks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07648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E3E4AC79-8802-792E-C0E4-1204CF782C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23F4E0-FCBD-2485-E99D-976A0BB18DAF}"/>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1882B90A-0651-4193-867F-5A84AE89D556}"/>
              </a:ext>
            </a:extLst>
          </p:cNvPr>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Dijkstra II - Result</a:t>
            </a:r>
            <a:endParaRPr lang="en-US" sz="3733" dirty="0">
              <a:solidFill>
                <a:prstClr val="black"/>
              </a:solidFill>
            </a:endParaRPr>
          </a:p>
        </p:txBody>
      </p:sp>
      <p:sp>
        <p:nvSpPr>
          <p:cNvPr id="4" name="Shape 2">
            <a:extLst>
              <a:ext uri="{FF2B5EF4-FFF2-40B4-BE49-F238E27FC236}">
                <a16:creationId xmlns:a16="http://schemas.microsoft.com/office/drawing/2014/main" id="{D1A2760D-A75C-5C6D-F779-CC044C46084A}"/>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3" name="Group 32">
            <a:extLst>
              <a:ext uri="{FF2B5EF4-FFF2-40B4-BE49-F238E27FC236}">
                <a16:creationId xmlns:a16="http://schemas.microsoft.com/office/drawing/2014/main" id="{7F545BDF-1628-E454-F065-B458A4189562}"/>
              </a:ext>
            </a:extLst>
          </p:cNvPr>
          <p:cNvGrpSpPr/>
          <p:nvPr/>
        </p:nvGrpSpPr>
        <p:grpSpPr>
          <a:xfrm>
            <a:off x="7802880" y="1779693"/>
            <a:ext cx="3840480" cy="1649307"/>
            <a:chOff x="7802880" y="1889760"/>
            <a:chExt cx="3840480" cy="999744"/>
          </a:xfrm>
        </p:grpSpPr>
        <p:sp>
          <p:nvSpPr>
            <p:cNvPr id="6" name="Shape 3">
              <a:extLst>
                <a:ext uri="{FF2B5EF4-FFF2-40B4-BE49-F238E27FC236}">
                  <a16:creationId xmlns:a16="http://schemas.microsoft.com/office/drawing/2014/main" id="{6351494F-1E5C-0C22-FC4C-0C07C094CB1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a:extLst>
                <a:ext uri="{FF2B5EF4-FFF2-40B4-BE49-F238E27FC236}">
                  <a16:creationId xmlns:a16="http://schemas.microsoft.com/office/drawing/2014/main" id="{469D3491-FEAF-5AE2-FE7D-FE4A817F74D3}"/>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5">
              <a:extLst>
                <a:ext uri="{FF2B5EF4-FFF2-40B4-BE49-F238E27FC236}">
                  <a16:creationId xmlns:a16="http://schemas.microsoft.com/office/drawing/2014/main" id="{F985E1D7-B8D2-F5A6-5667-5763E527A1ED}"/>
                </a:ext>
              </a:extLst>
            </p:cNvPr>
            <p:cNvSpPr/>
            <p:nvPr/>
          </p:nvSpPr>
          <p:spPr>
            <a:xfrm>
              <a:off x="8046720" y="1938528"/>
              <a:ext cx="3413760" cy="129024"/>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Legend</a:t>
              </a:r>
              <a:endParaRPr lang="en-US" sz="1267" dirty="0">
                <a:solidFill>
                  <a:prstClr val="black"/>
                </a:solidFill>
                <a:latin typeface="Calibri" panose="020F0502020204030204"/>
              </a:endParaRPr>
            </a:p>
          </p:txBody>
        </p:sp>
      </p:grpSp>
      <p:grpSp>
        <p:nvGrpSpPr>
          <p:cNvPr id="35" name="Group 34">
            <a:extLst>
              <a:ext uri="{FF2B5EF4-FFF2-40B4-BE49-F238E27FC236}">
                <a16:creationId xmlns:a16="http://schemas.microsoft.com/office/drawing/2014/main" id="{D18F4101-5D84-961A-6208-C3C2678631D3}"/>
              </a:ext>
            </a:extLst>
          </p:cNvPr>
          <p:cNvGrpSpPr/>
          <p:nvPr/>
        </p:nvGrpSpPr>
        <p:grpSpPr>
          <a:xfrm>
            <a:off x="7802880" y="3545502"/>
            <a:ext cx="3958336" cy="2953580"/>
            <a:chOff x="7802880" y="4084320"/>
            <a:chExt cx="3840480" cy="999744"/>
          </a:xfrm>
        </p:grpSpPr>
        <p:sp>
          <p:nvSpPr>
            <p:cNvPr id="14" name="Shape 11">
              <a:extLst>
                <a:ext uri="{FF2B5EF4-FFF2-40B4-BE49-F238E27FC236}">
                  <a16:creationId xmlns:a16="http://schemas.microsoft.com/office/drawing/2014/main" id="{D3DCC97A-3691-2FF5-8E47-7F445B5A0E1D}"/>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5" name="Shape 12">
              <a:extLst>
                <a:ext uri="{FF2B5EF4-FFF2-40B4-BE49-F238E27FC236}">
                  <a16:creationId xmlns:a16="http://schemas.microsoft.com/office/drawing/2014/main" id="{130FDE28-5514-A5AB-5AB4-7EFCA37B87A7}"/>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6" name="Text 13">
              <a:extLst>
                <a:ext uri="{FF2B5EF4-FFF2-40B4-BE49-F238E27FC236}">
                  <a16:creationId xmlns:a16="http://schemas.microsoft.com/office/drawing/2014/main" id="{A1B1B6FF-61BA-2DB8-1C13-A71F8545FD7B}"/>
                </a:ext>
              </a:extLst>
            </p:cNvPr>
            <p:cNvSpPr/>
            <p:nvPr/>
          </p:nvSpPr>
          <p:spPr>
            <a:xfrm>
              <a:off x="8046720" y="4133088"/>
              <a:ext cx="3413760" cy="147877"/>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Interpretation</a:t>
              </a:r>
              <a:endParaRPr lang="en-US" sz="1267" dirty="0">
                <a:solidFill>
                  <a:prstClr val="black"/>
                </a:solidFill>
                <a:latin typeface="Calibri" panose="020F0502020204030204"/>
              </a:endParaRPr>
            </a:p>
          </p:txBody>
        </p:sp>
        <p:sp>
          <p:nvSpPr>
            <p:cNvPr id="17" name="Text 14">
              <a:extLst>
                <a:ext uri="{FF2B5EF4-FFF2-40B4-BE49-F238E27FC236}">
                  <a16:creationId xmlns:a16="http://schemas.microsoft.com/office/drawing/2014/main" id="{D93CFA06-FFAA-7B77-1B06-C5D677A0CEA2}"/>
                </a:ext>
              </a:extLst>
            </p:cNvPr>
            <p:cNvSpPr/>
            <p:nvPr/>
          </p:nvSpPr>
          <p:spPr>
            <a:xfrm>
              <a:off x="8046720" y="4280965"/>
              <a:ext cx="3413760" cy="742139"/>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Ordered waypoints (few segments)</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Total path length (m)</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Per-segment distances</a:t>
              </a: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prstClr val="black"/>
                </a:solidFill>
                <a:latin typeface="Calibri" panose="020F0502020204030204"/>
              </a:endParaRPr>
            </a:p>
          </p:txBody>
        </p:sp>
      </p:grpSp>
      <p:sp>
        <p:nvSpPr>
          <p:cNvPr id="22" name="Shape 19">
            <a:extLst>
              <a:ext uri="{FF2B5EF4-FFF2-40B4-BE49-F238E27FC236}">
                <a16:creationId xmlns:a16="http://schemas.microsoft.com/office/drawing/2014/main" id="{11A5025B-2FF9-6062-D4A1-B20D44E22160}"/>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C0936E48-F0ED-750B-0DB5-76723B088C6B}"/>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28" name="Shape 3">
            <a:extLst>
              <a:ext uri="{FF2B5EF4-FFF2-40B4-BE49-F238E27FC236}">
                <a16:creationId xmlns:a16="http://schemas.microsoft.com/office/drawing/2014/main" id="{6DC00FEA-0DA9-137C-0B97-BB8499EB0126}"/>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graphicFrame>
        <p:nvGraphicFramePr>
          <p:cNvPr id="34" name="Table 33">
            <a:extLst>
              <a:ext uri="{FF2B5EF4-FFF2-40B4-BE49-F238E27FC236}">
                <a16:creationId xmlns:a16="http://schemas.microsoft.com/office/drawing/2014/main" id="{E1E08D76-8E81-4EE5-A583-0C1769B852CC}"/>
              </a:ext>
            </a:extLst>
          </p:cNvPr>
          <p:cNvGraphicFramePr>
            <a:graphicFrameLocks noGrp="1"/>
          </p:cNvGraphicFramePr>
          <p:nvPr>
            <p:extLst>
              <p:ext uri="{D42A27DB-BD31-4B8C-83A1-F6EECF244321}">
                <p14:modId xmlns:p14="http://schemas.microsoft.com/office/powerpoint/2010/main" val="1420663000"/>
              </p:ext>
            </p:extLst>
          </p:nvPr>
        </p:nvGraphicFramePr>
        <p:xfrm>
          <a:off x="7946305" y="2165434"/>
          <a:ext cx="3620686" cy="1188720"/>
        </p:xfrm>
        <a:graphic>
          <a:graphicData uri="http://schemas.openxmlformats.org/drawingml/2006/table">
            <a:tbl>
              <a:tblPr firstRow="1" bandRow="1">
                <a:tableStyleId>{5C22544A-7EE6-4342-B048-85BDC9FD1C3A}</a:tableStyleId>
              </a:tblPr>
              <a:tblGrid>
                <a:gridCol w="1810343">
                  <a:extLst>
                    <a:ext uri="{9D8B030D-6E8A-4147-A177-3AD203B41FA5}">
                      <a16:colId xmlns:a16="http://schemas.microsoft.com/office/drawing/2014/main" val="3750278399"/>
                    </a:ext>
                  </a:extLst>
                </a:gridCol>
                <a:gridCol w="1810343">
                  <a:extLst>
                    <a:ext uri="{9D8B030D-6E8A-4147-A177-3AD203B41FA5}">
                      <a16:colId xmlns:a16="http://schemas.microsoft.com/office/drawing/2014/main" val="3461866061"/>
                    </a:ext>
                  </a:extLst>
                </a:gridCol>
              </a:tblGrid>
              <a:tr h="0">
                <a:tc>
                  <a:txBody>
                    <a:bodyPr/>
                    <a:lstStyle/>
                    <a:p>
                      <a:pPr algn="l" fontAlgn="t">
                        <a:buNone/>
                      </a:pPr>
                      <a:r>
                        <a:rPr lang="en-US" sz="800" b="1" dirty="0">
                          <a:effectLst/>
                        </a:rPr>
                        <a:t>Symbol</a:t>
                      </a:r>
                    </a:p>
                  </a:txBody>
                  <a:tcPr marL="68580" marR="68580" marT="38100" marB="38100"/>
                </a:tc>
                <a:tc>
                  <a:txBody>
                    <a:bodyPr/>
                    <a:lstStyle/>
                    <a:p>
                      <a:pPr algn="l" fontAlgn="t">
                        <a:buNone/>
                      </a:pPr>
                      <a:r>
                        <a:rPr lang="en-US" sz="800" b="1" dirty="0">
                          <a:effectLst/>
                        </a:rPr>
                        <a:t>Meaning</a:t>
                      </a:r>
                    </a:p>
                  </a:txBody>
                  <a:tcPr marL="68580" marR="68580" marT="38100" marB="38100"/>
                </a:tc>
                <a:extLst>
                  <a:ext uri="{0D108BD9-81ED-4DB2-BD59-A6C34878D82A}">
                    <a16:rowId xmlns:a16="http://schemas.microsoft.com/office/drawing/2014/main" val="2624572544"/>
                  </a:ext>
                </a:extLst>
              </a:tr>
              <a:tr h="164592">
                <a:tc>
                  <a:txBody>
                    <a:bodyPr/>
                    <a:lstStyle/>
                    <a:p>
                      <a:pPr algn="l" fontAlgn="t" latinLnBrk="0">
                        <a:buNone/>
                      </a:pPr>
                      <a:r>
                        <a:rPr lang="en-US" sz="800" dirty="0">
                          <a:effectLst/>
                        </a:rPr>
                        <a:t>Red line</a:t>
                      </a:r>
                    </a:p>
                  </a:txBody>
                  <a:tcPr marL="68580" marR="68580" marT="38100" marB="38100"/>
                </a:tc>
                <a:tc>
                  <a:txBody>
                    <a:bodyPr/>
                    <a:lstStyle/>
                    <a:p>
                      <a:pPr algn="l" fontAlgn="t" latinLnBrk="0">
                        <a:buNone/>
                      </a:pPr>
                      <a:r>
                        <a:rPr lang="en-US" sz="800" dirty="0">
                          <a:effectLst/>
                        </a:rPr>
                        <a:t>Optimized route</a:t>
                      </a:r>
                    </a:p>
                  </a:txBody>
                  <a:tcPr marL="68580" marR="68580" marT="38100" marB="38100"/>
                </a:tc>
                <a:extLst>
                  <a:ext uri="{0D108BD9-81ED-4DB2-BD59-A6C34878D82A}">
                    <a16:rowId xmlns:a16="http://schemas.microsoft.com/office/drawing/2014/main" val="1933368993"/>
                  </a:ext>
                </a:extLst>
              </a:tr>
              <a:tr h="164592">
                <a:tc>
                  <a:txBody>
                    <a:bodyPr/>
                    <a:lstStyle/>
                    <a:p>
                      <a:pPr algn="l" fontAlgn="t" latinLnBrk="0">
                        <a:buNone/>
                      </a:pPr>
                      <a:r>
                        <a:rPr lang="en-US" sz="800">
                          <a:effectLst/>
                        </a:rPr>
                        <a:t>Green ★</a:t>
                      </a:r>
                    </a:p>
                  </a:txBody>
                  <a:tcPr marL="68580" marR="68580" marT="38100" marB="38100"/>
                </a:tc>
                <a:tc>
                  <a:txBody>
                    <a:bodyPr/>
                    <a:lstStyle/>
                    <a:p>
                      <a:pPr algn="l" fontAlgn="t" latinLnBrk="0">
                        <a:buNone/>
                      </a:pPr>
                      <a:r>
                        <a:rPr lang="en-US" sz="800" dirty="0">
                          <a:effectLst/>
                        </a:rPr>
                        <a:t>Start </a:t>
                      </a:r>
                    </a:p>
                  </a:txBody>
                  <a:tcPr marL="68580" marR="68580" marT="38100" marB="38100"/>
                </a:tc>
                <a:extLst>
                  <a:ext uri="{0D108BD9-81ED-4DB2-BD59-A6C34878D82A}">
                    <a16:rowId xmlns:a16="http://schemas.microsoft.com/office/drawing/2014/main" val="171548316"/>
                  </a:ext>
                </a:extLst>
              </a:tr>
              <a:tr h="164592">
                <a:tc>
                  <a:txBody>
                    <a:bodyPr/>
                    <a:lstStyle/>
                    <a:p>
                      <a:pPr algn="l" fontAlgn="t" latinLnBrk="0">
                        <a:buNone/>
                      </a:pPr>
                      <a:r>
                        <a:rPr lang="en-US" sz="800" dirty="0">
                          <a:effectLst/>
                        </a:rPr>
                        <a:t>Red ★</a:t>
                      </a:r>
                    </a:p>
                  </a:txBody>
                  <a:tcPr marL="68580" marR="68580" marT="38100" marB="38100"/>
                </a:tc>
                <a:tc>
                  <a:txBody>
                    <a:bodyPr/>
                    <a:lstStyle/>
                    <a:p>
                      <a:pPr algn="l" fontAlgn="t" latinLnBrk="0">
                        <a:buNone/>
                      </a:pPr>
                      <a:r>
                        <a:rPr lang="en-US" sz="800" dirty="0">
                          <a:effectLst/>
                        </a:rPr>
                        <a:t>Goal </a:t>
                      </a:r>
                    </a:p>
                  </a:txBody>
                  <a:tcPr marL="68580" marR="68580" marT="38100" marB="38100"/>
                </a:tc>
                <a:extLst>
                  <a:ext uri="{0D108BD9-81ED-4DB2-BD59-A6C34878D82A}">
                    <a16:rowId xmlns:a16="http://schemas.microsoft.com/office/drawing/2014/main" val="2987144053"/>
                  </a:ext>
                </a:extLst>
              </a:tr>
              <a:tr h="164592">
                <a:tc>
                  <a:txBody>
                    <a:bodyPr/>
                    <a:lstStyle/>
                    <a:p>
                      <a:pPr algn="l" fontAlgn="t" latinLnBrk="0">
                        <a:buNone/>
                      </a:pPr>
                      <a:r>
                        <a:rPr lang="en-US" sz="800" dirty="0">
                          <a:effectLst/>
                        </a:rPr>
                        <a:t>Blue box</a:t>
                      </a:r>
                    </a:p>
                  </a:txBody>
                  <a:tcPr marL="68580" marR="68580" marT="38100" marB="38100"/>
                </a:tc>
                <a:tc>
                  <a:txBody>
                    <a:bodyPr/>
                    <a:lstStyle/>
                    <a:p>
                      <a:pPr algn="l" fontAlgn="t" latinLnBrk="0">
                        <a:buNone/>
                      </a:pPr>
                      <a:r>
                        <a:rPr lang="en-US" sz="800">
                          <a:effectLst/>
                        </a:rPr>
                        <a:t>Building NFZ</a:t>
                      </a:r>
                    </a:p>
                  </a:txBody>
                  <a:tcPr marL="68580" marR="68580" marT="38100" marB="38100"/>
                </a:tc>
                <a:extLst>
                  <a:ext uri="{0D108BD9-81ED-4DB2-BD59-A6C34878D82A}">
                    <a16:rowId xmlns:a16="http://schemas.microsoft.com/office/drawing/2014/main" val="4263913871"/>
                  </a:ext>
                </a:extLst>
              </a:tr>
              <a:tr h="164592">
                <a:tc>
                  <a:txBody>
                    <a:bodyPr/>
                    <a:lstStyle/>
                    <a:p>
                      <a:pPr algn="l" fontAlgn="t" latinLnBrk="0">
                        <a:buNone/>
                      </a:pPr>
                      <a:r>
                        <a:rPr lang="en-US" sz="800" dirty="0">
                          <a:effectLst/>
                        </a:rPr>
                        <a:t>Gray box</a:t>
                      </a:r>
                    </a:p>
                  </a:txBody>
                  <a:tcPr marL="68580" marR="68580" marT="38100" marB="38100"/>
                </a:tc>
                <a:tc>
                  <a:txBody>
                    <a:bodyPr/>
                    <a:lstStyle/>
                    <a:p>
                      <a:pPr algn="l" fontAlgn="t" latinLnBrk="0">
                        <a:buNone/>
                      </a:pPr>
                      <a:r>
                        <a:rPr lang="en-US" sz="800" dirty="0">
                          <a:effectLst/>
                        </a:rPr>
                        <a:t>Ground NFZ</a:t>
                      </a:r>
                    </a:p>
                  </a:txBody>
                  <a:tcPr marL="68580" marR="68580" marT="38100" marB="38100"/>
                </a:tc>
                <a:extLst>
                  <a:ext uri="{0D108BD9-81ED-4DB2-BD59-A6C34878D82A}">
                    <a16:rowId xmlns:a16="http://schemas.microsoft.com/office/drawing/2014/main" val="1024088837"/>
                  </a:ext>
                </a:extLst>
              </a:tr>
            </a:tbl>
          </a:graphicData>
        </a:graphic>
      </p:graphicFrame>
      <p:pic>
        <p:nvPicPr>
          <p:cNvPr id="9" name="Picture 8">
            <a:extLst>
              <a:ext uri="{FF2B5EF4-FFF2-40B4-BE49-F238E27FC236}">
                <a16:creationId xmlns:a16="http://schemas.microsoft.com/office/drawing/2014/main" id="{6E7BD0FD-632E-D2CB-5D7D-5459EA48D2A1}"/>
              </a:ext>
            </a:extLst>
          </p:cNvPr>
          <p:cNvPicPr>
            <a:picLocks noChangeAspect="1"/>
          </p:cNvPicPr>
          <p:nvPr/>
        </p:nvPicPr>
        <p:blipFill>
          <a:blip r:embed="rId3"/>
          <a:srcRect t="6615" r="3195"/>
          <a:stretch>
            <a:fillRect/>
          </a:stretch>
        </p:blipFill>
        <p:spPr>
          <a:xfrm>
            <a:off x="548640" y="1908993"/>
            <a:ext cx="6888765" cy="4347874"/>
          </a:xfrm>
          <a:prstGeom prst="rect">
            <a:avLst/>
          </a:prstGeom>
        </p:spPr>
      </p:pic>
      <p:pic>
        <p:nvPicPr>
          <p:cNvPr id="11" name="Picture 10">
            <a:extLst>
              <a:ext uri="{FF2B5EF4-FFF2-40B4-BE49-F238E27FC236}">
                <a16:creationId xmlns:a16="http://schemas.microsoft.com/office/drawing/2014/main" id="{6FF948CA-07FE-2582-5FF4-EB83470F71EE}"/>
              </a:ext>
            </a:extLst>
          </p:cNvPr>
          <p:cNvPicPr>
            <a:picLocks noChangeAspect="1"/>
          </p:cNvPicPr>
          <p:nvPr/>
        </p:nvPicPr>
        <p:blipFill>
          <a:blip r:embed="rId4"/>
          <a:stretch>
            <a:fillRect/>
          </a:stretch>
        </p:blipFill>
        <p:spPr>
          <a:xfrm>
            <a:off x="8054202" y="4715257"/>
            <a:ext cx="3406277" cy="1688327"/>
          </a:xfrm>
          <a:prstGeom prst="rect">
            <a:avLst/>
          </a:prstGeom>
        </p:spPr>
      </p:pic>
    </p:spTree>
    <p:extLst>
      <p:ext uri="{BB962C8B-B14F-4D97-AF65-F5344CB8AC3E}">
        <p14:creationId xmlns:p14="http://schemas.microsoft.com/office/powerpoint/2010/main" val="2424035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854BF487-AF4F-ECAC-3F9A-716E4734094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13F98DA-7B21-2FB0-E55B-3D0957438F1F}"/>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D1740379-EC58-26D6-832E-73E5AEF7D5E3}"/>
              </a:ext>
            </a:extLst>
          </p:cNvPr>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Sensitivity Analysis I – Study Design</a:t>
            </a:r>
            <a:endParaRPr lang="en-US" sz="3733" dirty="0">
              <a:solidFill>
                <a:prstClr val="black"/>
              </a:solidFill>
            </a:endParaRPr>
          </a:p>
        </p:txBody>
      </p:sp>
      <p:sp>
        <p:nvSpPr>
          <p:cNvPr id="4" name="Shape 2">
            <a:extLst>
              <a:ext uri="{FF2B5EF4-FFF2-40B4-BE49-F238E27FC236}">
                <a16:creationId xmlns:a16="http://schemas.microsoft.com/office/drawing/2014/main" id="{6B4AF5C8-B199-69F1-262F-94AB9B76014A}"/>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3" name="Group 32">
            <a:extLst>
              <a:ext uri="{FF2B5EF4-FFF2-40B4-BE49-F238E27FC236}">
                <a16:creationId xmlns:a16="http://schemas.microsoft.com/office/drawing/2014/main" id="{C8E997C6-3672-2CCD-C10D-0B69B0117E80}"/>
              </a:ext>
            </a:extLst>
          </p:cNvPr>
          <p:cNvGrpSpPr/>
          <p:nvPr/>
        </p:nvGrpSpPr>
        <p:grpSpPr>
          <a:xfrm>
            <a:off x="548640" y="1743795"/>
            <a:ext cx="11212576" cy="438573"/>
            <a:chOff x="7802880" y="1889760"/>
            <a:chExt cx="3840480" cy="999744"/>
          </a:xfrm>
        </p:grpSpPr>
        <p:sp>
          <p:nvSpPr>
            <p:cNvPr id="6" name="Shape 3">
              <a:extLst>
                <a:ext uri="{FF2B5EF4-FFF2-40B4-BE49-F238E27FC236}">
                  <a16:creationId xmlns:a16="http://schemas.microsoft.com/office/drawing/2014/main" id="{C018256E-DC45-AE78-D0C5-BC1FFF0E972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7" name="Shape 4">
              <a:extLst>
                <a:ext uri="{FF2B5EF4-FFF2-40B4-BE49-F238E27FC236}">
                  <a16:creationId xmlns:a16="http://schemas.microsoft.com/office/drawing/2014/main" id="{5032E28F-2C13-3ABD-B945-6E8CAE627898}"/>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8" name="Text 5">
              <a:extLst>
                <a:ext uri="{FF2B5EF4-FFF2-40B4-BE49-F238E27FC236}">
                  <a16:creationId xmlns:a16="http://schemas.microsoft.com/office/drawing/2014/main" id="{525B2F4B-1E24-66D5-C34B-98854E7218D2}"/>
                </a:ext>
              </a:extLst>
            </p:cNvPr>
            <p:cNvSpPr/>
            <p:nvPr/>
          </p:nvSpPr>
          <p:spPr>
            <a:xfrm>
              <a:off x="7904959" y="1938528"/>
              <a:ext cx="3555521" cy="950976"/>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Goal : </a:t>
              </a:r>
              <a:r>
                <a:rPr lang="en-US" sz="1267" dirty="0">
                  <a:solidFill>
                    <a:srgbClr val="FFFFFF"/>
                  </a:solidFill>
                  <a:latin typeface="Calibri" pitchFamily="34" charset="0"/>
                  <a:ea typeface="Calibri" pitchFamily="34" charset="-122"/>
                  <a:cs typeface="Calibri" pitchFamily="34" charset="-120"/>
                </a:rPr>
                <a:t>Understand the </a:t>
              </a:r>
              <a:endParaRPr lang="en-US" sz="1267" dirty="0">
                <a:solidFill>
                  <a:prstClr val="black"/>
                </a:solidFill>
                <a:latin typeface="Calibri" panose="020F0502020204030204"/>
              </a:endParaRPr>
            </a:p>
          </p:txBody>
        </p:sp>
      </p:grpSp>
      <p:sp>
        <p:nvSpPr>
          <p:cNvPr id="22" name="Shape 19">
            <a:extLst>
              <a:ext uri="{FF2B5EF4-FFF2-40B4-BE49-F238E27FC236}">
                <a16:creationId xmlns:a16="http://schemas.microsoft.com/office/drawing/2014/main" id="{DF16310A-D5DD-5455-8D0E-617888E3C6D7}"/>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65E4E0B0-B114-8362-E789-0DE25D0E010C}"/>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grpSp>
        <p:nvGrpSpPr>
          <p:cNvPr id="38" name="Group 37">
            <a:extLst>
              <a:ext uri="{FF2B5EF4-FFF2-40B4-BE49-F238E27FC236}">
                <a16:creationId xmlns:a16="http://schemas.microsoft.com/office/drawing/2014/main" id="{06976EDE-9061-ACA7-3724-AFD8734E75F2}"/>
              </a:ext>
            </a:extLst>
          </p:cNvPr>
          <p:cNvGrpSpPr/>
          <p:nvPr/>
        </p:nvGrpSpPr>
        <p:grpSpPr>
          <a:xfrm>
            <a:off x="548640" y="2298192"/>
            <a:ext cx="11212576" cy="1335024"/>
            <a:chOff x="548640" y="2298192"/>
            <a:chExt cx="3108960" cy="1335024"/>
          </a:xfrm>
        </p:grpSpPr>
        <p:sp>
          <p:nvSpPr>
            <p:cNvPr id="5" name="Shape 33">
              <a:extLst>
                <a:ext uri="{FF2B5EF4-FFF2-40B4-BE49-F238E27FC236}">
                  <a16:creationId xmlns:a16="http://schemas.microsoft.com/office/drawing/2014/main" id="{643841A8-FAC1-D678-0156-E4529D697015}"/>
                </a:ext>
              </a:extLst>
            </p:cNvPr>
            <p:cNvSpPr/>
            <p:nvPr/>
          </p:nvSpPr>
          <p:spPr>
            <a:xfrm>
              <a:off x="548640" y="2298192"/>
              <a:ext cx="3108960" cy="420624"/>
            </a:xfrm>
            <a:prstGeom prst="rect">
              <a:avLst/>
            </a:prstGeom>
            <a:solidFill>
              <a:srgbClr val="122848"/>
            </a:solidFill>
            <a:ln w="12700">
              <a:solidFill>
                <a:srgbClr val="000000"/>
              </a:solidFill>
              <a:prstDash val="solid"/>
            </a:ln>
          </p:spPr>
          <p:txBody>
            <a:bodyPr/>
            <a:lstStyle/>
            <a:p>
              <a:endParaRPr lang="en-US"/>
            </a:p>
          </p:txBody>
        </p:sp>
        <p:sp>
          <p:nvSpPr>
            <p:cNvPr id="10" name="Text 34">
              <a:extLst>
                <a:ext uri="{FF2B5EF4-FFF2-40B4-BE49-F238E27FC236}">
                  <a16:creationId xmlns:a16="http://schemas.microsoft.com/office/drawing/2014/main" id="{C1C59A40-7FCD-EBD3-00A9-136F5969BA0F}"/>
                </a:ext>
              </a:extLst>
            </p:cNvPr>
            <p:cNvSpPr/>
            <p:nvPr/>
          </p:nvSpPr>
          <p:spPr>
            <a:xfrm>
              <a:off x="640080" y="2298192"/>
              <a:ext cx="1554480" cy="420624"/>
            </a:xfrm>
            <a:prstGeom prst="rect">
              <a:avLst/>
            </a:prstGeom>
            <a:noFill/>
            <a:ln/>
          </p:spPr>
          <p:txBody>
            <a:bodyPr wrap="square" lIns="0" tIns="0" rIns="0" bIns="0" rtlCol="0" anchor="ctr"/>
            <a:lstStyle/>
            <a:p>
              <a:pPr marL="0" indent="0">
                <a:buNone/>
              </a:pPr>
              <a:r>
                <a:rPr lang="en-US" sz="1000" dirty="0">
                  <a:solidFill>
                    <a:srgbClr val="7A9BB5"/>
                  </a:solidFill>
                  <a:latin typeface="Calibri" pitchFamily="34" charset="0"/>
                  <a:ea typeface="Calibri" pitchFamily="34" charset="-122"/>
                  <a:cs typeface="Calibri" pitchFamily="34" charset="-120"/>
                </a:rPr>
                <a:t>Question: </a:t>
              </a:r>
              <a:endParaRPr lang="en-US" sz="1000" dirty="0"/>
            </a:p>
          </p:txBody>
        </p:sp>
        <p:sp>
          <p:nvSpPr>
            <p:cNvPr id="12" name="Text 35">
              <a:extLst>
                <a:ext uri="{FF2B5EF4-FFF2-40B4-BE49-F238E27FC236}">
                  <a16:creationId xmlns:a16="http://schemas.microsoft.com/office/drawing/2014/main" id="{7BC1E5BE-091C-36FB-9892-BD1FAB8CF07F}"/>
                </a:ext>
              </a:extLst>
            </p:cNvPr>
            <p:cNvSpPr/>
            <p:nvPr/>
          </p:nvSpPr>
          <p:spPr>
            <a:xfrm>
              <a:off x="880120" y="2298192"/>
              <a:ext cx="2640321" cy="420624"/>
            </a:xfrm>
            <a:prstGeom prst="rect">
              <a:avLst/>
            </a:prstGeom>
            <a:noFill/>
            <a:ln/>
          </p:spPr>
          <p:txBody>
            <a:bodyPr wrap="square" lIns="0" tIns="0" rIns="0" bIns="0" rtlCol="0" anchor="ctr"/>
            <a:lstStyle/>
            <a:p>
              <a:pPr marL="0" indent="0">
                <a:buNone/>
              </a:pPr>
              <a:r>
                <a:rPr lang="en-US" sz="1000" dirty="0">
                  <a:solidFill>
                    <a:schemeClr val="bg1"/>
                  </a:solidFill>
                </a:rPr>
                <a:t>How does ground NFZ height affect routes when OD points start on the ground?</a:t>
              </a:r>
            </a:p>
          </p:txBody>
        </p:sp>
        <p:sp>
          <p:nvSpPr>
            <p:cNvPr id="13" name="Shape 36">
              <a:extLst>
                <a:ext uri="{FF2B5EF4-FFF2-40B4-BE49-F238E27FC236}">
                  <a16:creationId xmlns:a16="http://schemas.microsoft.com/office/drawing/2014/main" id="{06C6BA06-BA35-F4D2-C0C2-99CB0AE26D64}"/>
                </a:ext>
              </a:extLst>
            </p:cNvPr>
            <p:cNvSpPr/>
            <p:nvPr/>
          </p:nvSpPr>
          <p:spPr>
            <a:xfrm>
              <a:off x="548640" y="2755392"/>
              <a:ext cx="3108960" cy="420624"/>
            </a:xfrm>
            <a:prstGeom prst="rect">
              <a:avLst/>
            </a:prstGeom>
            <a:solidFill>
              <a:srgbClr val="0E2040"/>
            </a:solidFill>
            <a:ln w="12700">
              <a:solidFill>
                <a:srgbClr val="000000"/>
              </a:solidFill>
              <a:prstDash val="solid"/>
            </a:ln>
          </p:spPr>
          <p:txBody>
            <a:bodyPr/>
            <a:lstStyle/>
            <a:p>
              <a:endParaRPr lang="en-US" dirty="0"/>
            </a:p>
          </p:txBody>
        </p:sp>
        <p:sp>
          <p:nvSpPr>
            <p:cNvPr id="18" name="Text 37">
              <a:extLst>
                <a:ext uri="{FF2B5EF4-FFF2-40B4-BE49-F238E27FC236}">
                  <a16:creationId xmlns:a16="http://schemas.microsoft.com/office/drawing/2014/main" id="{9CA87DBA-0F49-FDAF-CF57-1BF752E56D0E}"/>
                </a:ext>
              </a:extLst>
            </p:cNvPr>
            <p:cNvSpPr/>
            <p:nvPr/>
          </p:nvSpPr>
          <p:spPr>
            <a:xfrm>
              <a:off x="640080" y="2755392"/>
              <a:ext cx="1554480" cy="420624"/>
            </a:xfrm>
            <a:prstGeom prst="rect">
              <a:avLst/>
            </a:prstGeom>
            <a:noFill/>
            <a:ln/>
          </p:spPr>
          <p:txBody>
            <a:bodyPr wrap="square" lIns="0" tIns="0" rIns="0" bIns="0" rtlCol="0" anchor="ctr"/>
            <a:lstStyle/>
            <a:p>
              <a:pPr marL="0" indent="0">
                <a:buNone/>
              </a:pPr>
              <a:r>
                <a:rPr lang="en-US" sz="1000" dirty="0">
                  <a:solidFill>
                    <a:srgbClr val="7A9BB5"/>
                  </a:solidFill>
                  <a:latin typeface="Calibri" pitchFamily="34" charset="0"/>
                  <a:ea typeface="Calibri" pitchFamily="34" charset="-122"/>
                  <a:cs typeface="Calibri" pitchFamily="34" charset="-120"/>
                </a:rPr>
                <a:t>Constants:</a:t>
              </a:r>
              <a:endParaRPr lang="en-US" sz="1000" dirty="0"/>
            </a:p>
          </p:txBody>
        </p:sp>
        <p:sp>
          <p:nvSpPr>
            <p:cNvPr id="19" name="Text 38">
              <a:extLst>
                <a:ext uri="{FF2B5EF4-FFF2-40B4-BE49-F238E27FC236}">
                  <a16:creationId xmlns:a16="http://schemas.microsoft.com/office/drawing/2014/main" id="{D9CB46AE-A4D8-6E19-DDD5-D2A66687515F}"/>
                </a:ext>
              </a:extLst>
            </p:cNvPr>
            <p:cNvSpPr/>
            <p:nvPr/>
          </p:nvSpPr>
          <p:spPr>
            <a:xfrm>
              <a:off x="880119" y="2755392"/>
              <a:ext cx="2640321" cy="42062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a:t>
              </a:r>
              <a:r>
                <a:rPr lang="en-US" sz="1000" dirty="0">
                  <a:solidFill>
                    <a:srgbClr val="FFFFFF"/>
                  </a:solidFill>
                  <a:latin typeface="Calibri" pitchFamily="34" charset="0"/>
                  <a:ea typeface="Calibri" pitchFamily="34" charset="-122"/>
                  <a:cs typeface="Calibri" pitchFamily="34" charset="-120"/>
                </a:rPr>
                <a:t>Same 73-building map, same 5 OD pairs, VG + Dijkstra</a:t>
              </a:r>
              <a:endParaRPr lang="en-US" sz="1000" dirty="0"/>
            </a:p>
          </p:txBody>
        </p:sp>
        <p:sp>
          <p:nvSpPr>
            <p:cNvPr id="20" name="Shape 39">
              <a:extLst>
                <a:ext uri="{FF2B5EF4-FFF2-40B4-BE49-F238E27FC236}">
                  <a16:creationId xmlns:a16="http://schemas.microsoft.com/office/drawing/2014/main" id="{9E711ECB-4D31-FA7B-BF4F-63B5C1C6AAC3}"/>
                </a:ext>
              </a:extLst>
            </p:cNvPr>
            <p:cNvSpPr/>
            <p:nvPr/>
          </p:nvSpPr>
          <p:spPr>
            <a:xfrm>
              <a:off x="548640" y="3212592"/>
              <a:ext cx="3108960" cy="420624"/>
            </a:xfrm>
            <a:prstGeom prst="rect">
              <a:avLst/>
            </a:prstGeom>
            <a:solidFill>
              <a:srgbClr val="122848"/>
            </a:solidFill>
            <a:ln w="12700">
              <a:solidFill>
                <a:srgbClr val="000000"/>
              </a:solidFill>
              <a:prstDash val="solid"/>
            </a:ln>
          </p:spPr>
          <p:txBody>
            <a:bodyPr/>
            <a:lstStyle/>
            <a:p>
              <a:endParaRPr lang="en-US"/>
            </a:p>
          </p:txBody>
        </p:sp>
        <p:sp>
          <p:nvSpPr>
            <p:cNvPr id="21" name="Text 40">
              <a:extLst>
                <a:ext uri="{FF2B5EF4-FFF2-40B4-BE49-F238E27FC236}">
                  <a16:creationId xmlns:a16="http://schemas.microsoft.com/office/drawing/2014/main" id="{B9EA10E2-FE0E-63F6-04A9-20253BCA9D4B}"/>
                </a:ext>
              </a:extLst>
            </p:cNvPr>
            <p:cNvSpPr/>
            <p:nvPr/>
          </p:nvSpPr>
          <p:spPr>
            <a:xfrm>
              <a:off x="640080" y="3212592"/>
              <a:ext cx="1554480" cy="420624"/>
            </a:xfrm>
            <a:prstGeom prst="rect">
              <a:avLst/>
            </a:prstGeom>
            <a:noFill/>
            <a:ln/>
          </p:spPr>
          <p:txBody>
            <a:bodyPr wrap="square" lIns="0" tIns="0" rIns="0" bIns="0" rtlCol="0" anchor="ctr"/>
            <a:lstStyle/>
            <a:p>
              <a:pPr marL="0" indent="0">
                <a:buNone/>
              </a:pPr>
              <a:r>
                <a:rPr lang="en-US" sz="1000" dirty="0">
                  <a:solidFill>
                    <a:srgbClr val="7A9BB5"/>
                  </a:solidFill>
                  <a:latin typeface="Calibri" pitchFamily="34" charset="0"/>
                  <a:ea typeface="Calibri" pitchFamily="34" charset="-122"/>
                  <a:cs typeface="Calibri" pitchFamily="34" charset="-120"/>
                </a:rPr>
                <a:t>Variable :</a:t>
              </a:r>
              <a:endParaRPr lang="en-US" sz="1000" dirty="0"/>
            </a:p>
          </p:txBody>
        </p:sp>
        <p:sp>
          <p:nvSpPr>
            <p:cNvPr id="24" name="Text 41">
              <a:extLst>
                <a:ext uri="{FF2B5EF4-FFF2-40B4-BE49-F238E27FC236}">
                  <a16:creationId xmlns:a16="http://schemas.microsoft.com/office/drawing/2014/main" id="{F5B06204-5BC5-9E1F-345C-663ED4374D29}"/>
                </a:ext>
              </a:extLst>
            </p:cNvPr>
            <p:cNvSpPr/>
            <p:nvPr/>
          </p:nvSpPr>
          <p:spPr>
            <a:xfrm>
              <a:off x="880119" y="3212592"/>
              <a:ext cx="2640321" cy="42062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Ground NFZ top height → 3 m, 5 m, 10 m, 15 m</a:t>
              </a:r>
              <a:endParaRPr lang="en-US" sz="1000" dirty="0"/>
            </a:p>
          </p:txBody>
        </p:sp>
      </p:grpSp>
      <p:graphicFrame>
        <p:nvGraphicFramePr>
          <p:cNvPr id="39" name="Table 0">
            <a:extLst>
              <a:ext uri="{FF2B5EF4-FFF2-40B4-BE49-F238E27FC236}">
                <a16:creationId xmlns:a16="http://schemas.microsoft.com/office/drawing/2014/main" id="{F4A32B5C-8633-87A5-DB52-F61D60321E0B}"/>
              </a:ext>
            </a:extLst>
          </p:cNvPr>
          <p:cNvGraphicFramePr>
            <a:graphicFrameLocks noGrp="1"/>
          </p:cNvGraphicFramePr>
          <p:nvPr>
            <p:extLst>
              <p:ext uri="{D42A27DB-BD31-4B8C-83A1-F6EECF244321}">
                <p14:modId xmlns:p14="http://schemas.microsoft.com/office/powerpoint/2010/main" val="4244272551"/>
              </p:ext>
            </p:extLst>
          </p:nvPr>
        </p:nvGraphicFramePr>
        <p:xfrm>
          <a:off x="548640" y="4139185"/>
          <a:ext cx="11155680" cy="2186094"/>
        </p:xfrm>
        <a:graphic>
          <a:graphicData uri="http://schemas.openxmlformats.org/drawingml/2006/table">
            <a:tbl>
              <a:tblPr/>
              <a:tblGrid>
                <a:gridCol w="895773">
                  <a:extLst>
                    <a:ext uri="{9D8B030D-6E8A-4147-A177-3AD203B41FA5}">
                      <a16:colId xmlns:a16="http://schemas.microsoft.com/office/drawing/2014/main" val="20000"/>
                    </a:ext>
                  </a:extLst>
                </a:gridCol>
                <a:gridCol w="1388534">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329266">
                  <a:extLst>
                    <a:ext uri="{9D8B030D-6E8A-4147-A177-3AD203B41FA5}">
                      <a16:colId xmlns:a16="http://schemas.microsoft.com/office/drawing/2014/main" val="20003"/>
                    </a:ext>
                  </a:extLst>
                </a:gridCol>
                <a:gridCol w="1388534">
                  <a:extLst>
                    <a:ext uri="{9D8B030D-6E8A-4147-A177-3AD203B41FA5}">
                      <a16:colId xmlns:a16="http://schemas.microsoft.com/office/drawing/2014/main" val="20004"/>
                    </a:ext>
                  </a:extLst>
                </a:gridCol>
                <a:gridCol w="1100666">
                  <a:extLst>
                    <a:ext uri="{9D8B030D-6E8A-4147-A177-3AD203B41FA5}">
                      <a16:colId xmlns:a16="http://schemas.microsoft.com/office/drawing/2014/main" val="20005"/>
                    </a:ext>
                  </a:extLst>
                </a:gridCol>
                <a:gridCol w="1066800">
                  <a:extLst>
                    <a:ext uri="{9D8B030D-6E8A-4147-A177-3AD203B41FA5}">
                      <a16:colId xmlns:a16="http://schemas.microsoft.com/office/drawing/2014/main" val="1683810541"/>
                    </a:ext>
                  </a:extLst>
                </a:gridCol>
                <a:gridCol w="2639907">
                  <a:extLst>
                    <a:ext uri="{9D8B030D-6E8A-4147-A177-3AD203B41FA5}">
                      <a16:colId xmlns:a16="http://schemas.microsoft.com/office/drawing/2014/main" val="2915346294"/>
                    </a:ext>
                  </a:extLst>
                </a:gridCol>
              </a:tblGrid>
              <a:tr h="36434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Rank</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448.5643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125.2468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351.3167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449.0989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338.1380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341.1944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451.9773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381.4345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122.0160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332.4060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566.3802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183.0086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487.0879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568.6081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393.6677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341.1312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449.5192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567.1557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149.3834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375.7241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550.7207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171.3541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494.3899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565.9755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398.6216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sp>
        <p:nvSpPr>
          <p:cNvPr id="40" name="Text 1">
            <a:extLst>
              <a:ext uri="{FF2B5EF4-FFF2-40B4-BE49-F238E27FC236}">
                <a16:creationId xmlns:a16="http://schemas.microsoft.com/office/drawing/2014/main" id="{5DD3ABCB-93F8-DFA4-2EA4-C1B0491868CA}"/>
              </a:ext>
            </a:extLst>
          </p:cNvPr>
          <p:cNvSpPr/>
          <p:nvPr/>
        </p:nvSpPr>
        <p:spPr>
          <a:xfrm>
            <a:off x="579120" y="3672331"/>
            <a:ext cx="11094720" cy="438573"/>
          </a:xfrm>
          <a:prstGeom prst="rect">
            <a:avLst/>
          </a:prstGeom>
          <a:noFill/>
          <a:ln/>
        </p:spPr>
        <p:txBody>
          <a:bodyPr wrap="square" lIns="0" tIns="0" rIns="0" bIns="0" rtlCol="0" anchor="ctr"/>
          <a:lstStyle/>
          <a:p>
            <a:pPr defTabSz="1219170"/>
            <a:r>
              <a:rPr lang="en-US" b="1" dirty="0">
                <a:solidFill>
                  <a:srgbClr val="FFFFFF"/>
                </a:solidFill>
                <a:latin typeface="Calibri" pitchFamily="34" charset="0"/>
                <a:ea typeface="Calibri" pitchFamily="34" charset="-122"/>
                <a:cs typeface="Calibri" pitchFamily="34" charset="-120"/>
              </a:rPr>
              <a:t>Origin Destination Pairs:</a:t>
            </a:r>
            <a:endParaRPr lang="en-US" dirty="0">
              <a:solidFill>
                <a:prstClr val="black"/>
              </a:solidFill>
            </a:endParaRPr>
          </a:p>
        </p:txBody>
      </p:sp>
    </p:spTree>
    <p:extLst>
      <p:ext uri="{BB962C8B-B14F-4D97-AF65-F5344CB8AC3E}">
        <p14:creationId xmlns:p14="http://schemas.microsoft.com/office/powerpoint/2010/main" val="2652773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p:cNvGrpSpPr/>
        <p:nvPr/>
      </p:nvGrpSpPr>
      <p:grpSpPr>
        <a:xfrm>
          <a:off x="0" y="0"/>
          <a:ext cx="0" cy="0"/>
          <a:chOff x="0" y="0"/>
          <a:chExt cx="0" cy="0"/>
        </a:xfrm>
      </p:grpSpPr>
      <p:sp>
        <p:nvSpPr>
          <p:cNvPr id="315" name="Google Shape;315;p28"/>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6" name="Google Shape;316;p28"/>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7" name="Google Shape;317;p28"/>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 sz="4000" kern="0" dirty="0">
                <a:solidFill>
                  <a:srgbClr val="FFFFFF"/>
                </a:solidFill>
                <a:latin typeface="Calibri"/>
                <a:ea typeface="Calibri"/>
                <a:cs typeface="Calibri"/>
                <a:sym typeface="Calibri"/>
              </a:rPr>
              <a:t>No Fly Zone = 3 m</a:t>
            </a:r>
            <a:endParaRPr sz="4000" kern="0" dirty="0">
              <a:solidFill>
                <a:srgbClr val="FFFFFF"/>
              </a:solidFill>
              <a:latin typeface="Calibri"/>
              <a:ea typeface="Calibri"/>
              <a:cs typeface="Calibri"/>
              <a:sym typeface="Calibri"/>
            </a:endParaRPr>
          </a:p>
        </p:txBody>
      </p:sp>
      <p:sp>
        <p:nvSpPr>
          <p:cNvPr id="343" name="Google Shape;343;p28"/>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US" sz="4000" kern="0" dirty="0">
                <a:solidFill>
                  <a:srgbClr val="FFFFFF"/>
                </a:solidFill>
                <a:latin typeface="Calibri"/>
                <a:ea typeface="Calibri"/>
                <a:cs typeface="Calibri"/>
                <a:sym typeface="Calibri"/>
              </a:rPr>
              <a:t>No Fly Zone = 5m</a:t>
            </a:r>
          </a:p>
        </p:txBody>
      </p:sp>
      <p:grpSp>
        <p:nvGrpSpPr>
          <p:cNvPr id="15" name="Group 14">
            <a:extLst>
              <a:ext uri="{FF2B5EF4-FFF2-40B4-BE49-F238E27FC236}">
                <a16:creationId xmlns:a16="http://schemas.microsoft.com/office/drawing/2014/main" id="{7F848590-7C74-0816-42B3-079EEDCD8B7B}"/>
              </a:ext>
            </a:extLst>
          </p:cNvPr>
          <p:cNvGrpSpPr/>
          <p:nvPr/>
        </p:nvGrpSpPr>
        <p:grpSpPr>
          <a:xfrm>
            <a:off x="168330" y="1134533"/>
            <a:ext cx="5806900" cy="3895089"/>
            <a:chOff x="168330" y="1134533"/>
            <a:chExt cx="5806900" cy="3895089"/>
          </a:xfrm>
        </p:grpSpPr>
        <p:pic>
          <p:nvPicPr>
            <p:cNvPr id="10" name="Picture 9">
              <a:extLst>
                <a:ext uri="{FF2B5EF4-FFF2-40B4-BE49-F238E27FC236}">
                  <a16:creationId xmlns:a16="http://schemas.microsoft.com/office/drawing/2014/main" id="{93D15462-2AD5-EA71-606C-8A773C414336}"/>
                </a:ext>
              </a:extLst>
            </p:cNvPr>
            <p:cNvPicPr>
              <a:picLocks noChangeAspect="1"/>
            </p:cNvPicPr>
            <p:nvPr/>
          </p:nvPicPr>
          <p:blipFill>
            <a:blip r:embed="rId3"/>
            <a:stretch>
              <a:fillRect/>
            </a:stretch>
          </p:blipFill>
          <p:spPr>
            <a:xfrm>
              <a:off x="168330" y="1134533"/>
              <a:ext cx="2650490" cy="2508885"/>
            </a:xfrm>
            <a:prstGeom prst="rect">
              <a:avLst/>
            </a:prstGeom>
            <a:ln w="12700">
              <a:solidFill>
                <a:schemeClr val="tx1"/>
              </a:solidFill>
            </a:ln>
          </p:spPr>
        </p:pic>
        <p:pic>
          <p:nvPicPr>
            <p:cNvPr id="11" name="Picture 10">
              <a:extLst>
                <a:ext uri="{FF2B5EF4-FFF2-40B4-BE49-F238E27FC236}">
                  <a16:creationId xmlns:a16="http://schemas.microsoft.com/office/drawing/2014/main" id="{C9A3B9F4-8AB6-F8F9-1ACC-C8A8C540C9E3}"/>
                </a:ext>
              </a:extLst>
            </p:cNvPr>
            <p:cNvPicPr>
              <a:picLocks noChangeAspect="1"/>
            </p:cNvPicPr>
            <p:nvPr/>
          </p:nvPicPr>
          <p:blipFill>
            <a:blip r:embed="rId4"/>
            <a:stretch>
              <a:fillRect/>
            </a:stretch>
          </p:blipFill>
          <p:spPr>
            <a:xfrm>
              <a:off x="2902976" y="1134533"/>
              <a:ext cx="3072254" cy="2508885"/>
            </a:xfrm>
            <a:prstGeom prst="rect">
              <a:avLst/>
            </a:prstGeom>
            <a:ln>
              <a:solidFill>
                <a:schemeClr val="tx1"/>
              </a:solidFill>
            </a:ln>
          </p:spPr>
        </p:pic>
        <p:pic>
          <p:nvPicPr>
            <p:cNvPr id="13" name="Picture 12">
              <a:extLst>
                <a:ext uri="{FF2B5EF4-FFF2-40B4-BE49-F238E27FC236}">
                  <a16:creationId xmlns:a16="http://schemas.microsoft.com/office/drawing/2014/main" id="{80D97B78-C90B-5C3A-4D53-A30C5A2C58BF}"/>
                </a:ext>
              </a:extLst>
            </p:cNvPr>
            <p:cNvPicPr>
              <a:picLocks noChangeAspect="1"/>
            </p:cNvPicPr>
            <p:nvPr/>
          </p:nvPicPr>
          <p:blipFill>
            <a:blip r:embed="rId5"/>
            <a:srcRect t="42832"/>
            <a:stretch>
              <a:fillRect/>
            </a:stretch>
          </p:blipFill>
          <p:spPr>
            <a:xfrm>
              <a:off x="168330" y="3711151"/>
              <a:ext cx="2734646" cy="1318471"/>
            </a:xfrm>
            <a:prstGeom prst="rect">
              <a:avLst/>
            </a:prstGeom>
          </p:spPr>
        </p:pic>
        <p:pic>
          <p:nvPicPr>
            <p:cNvPr id="14" name="Picture 13">
              <a:extLst>
                <a:ext uri="{FF2B5EF4-FFF2-40B4-BE49-F238E27FC236}">
                  <a16:creationId xmlns:a16="http://schemas.microsoft.com/office/drawing/2014/main" id="{B97DE652-3A86-6DCD-9E35-2A82EBE46C15}"/>
                </a:ext>
              </a:extLst>
            </p:cNvPr>
            <p:cNvPicPr>
              <a:picLocks noChangeAspect="1"/>
            </p:cNvPicPr>
            <p:nvPr/>
          </p:nvPicPr>
          <p:blipFill>
            <a:blip r:embed="rId6"/>
            <a:srcRect t="43974"/>
            <a:stretch>
              <a:fillRect/>
            </a:stretch>
          </p:blipFill>
          <p:spPr>
            <a:xfrm>
              <a:off x="2980421" y="3711150"/>
              <a:ext cx="2994809" cy="1318471"/>
            </a:xfrm>
            <a:prstGeom prst="rect">
              <a:avLst/>
            </a:prstGeom>
          </p:spPr>
        </p:pic>
      </p:grpSp>
      <p:grpSp>
        <p:nvGrpSpPr>
          <p:cNvPr id="25" name="Group 24">
            <a:extLst>
              <a:ext uri="{FF2B5EF4-FFF2-40B4-BE49-F238E27FC236}">
                <a16:creationId xmlns:a16="http://schemas.microsoft.com/office/drawing/2014/main" id="{6F899554-ED68-C643-AD72-C81BC12116A4}"/>
              </a:ext>
            </a:extLst>
          </p:cNvPr>
          <p:cNvGrpSpPr/>
          <p:nvPr/>
        </p:nvGrpSpPr>
        <p:grpSpPr>
          <a:xfrm>
            <a:off x="6208264" y="1134533"/>
            <a:ext cx="5674993" cy="3895088"/>
            <a:chOff x="6208264" y="1134533"/>
            <a:chExt cx="5674993" cy="3693371"/>
          </a:xfrm>
        </p:grpSpPr>
        <p:pic>
          <p:nvPicPr>
            <p:cNvPr id="21" name="Picture 20">
              <a:extLst>
                <a:ext uri="{FF2B5EF4-FFF2-40B4-BE49-F238E27FC236}">
                  <a16:creationId xmlns:a16="http://schemas.microsoft.com/office/drawing/2014/main" id="{E8E661F2-0C7A-3F13-408F-2469B2555EBB}"/>
                </a:ext>
              </a:extLst>
            </p:cNvPr>
            <p:cNvPicPr>
              <a:picLocks noChangeAspect="1"/>
            </p:cNvPicPr>
            <p:nvPr/>
          </p:nvPicPr>
          <p:blipFill>
            <a:blip r:embed="rId7"/>
            <a:stretch>
              <a:fillRect/>
            </a:stretch>
          </p:blipFill>
          <p:spPr>
            <a:xfrm>
              <a:off x="6208264" y="1134533"/>
              <a:ext cx="2546548" cy="2505456"/>
            </a:xfrm>
            <a:prstGeom prst="rect">
              <a:avLst/>
            </a:prstGeom>
          </p:spPr>
        </p:pic>
        <p:pic>
          <p:nvPicPr>
            <p:cNvPr id="22" name="Picture 21">
              <a:extLst>
                <a:ext uri="{FF2B5EF4-FFF2-40B4-BE49-F238E27FC236}">
                  <a16:creationId xmlns:a16="http://schemas.microsoft.com/office/drawing/2014/main" id="{3B615C17-8B0C-9938-64D7-6EDBCEB80D85}"/>
                </a:ext>
              </a:extLst>
            </p:cNvPr>
            <p:cNvPicPr>
              <a:picLocks noChangeAspect="1"/>
            </p:cNvPicPr>
            <p:nvPr/>
          </p:nvPicPr>
          <p:blipFill>
            <a:blip r:embed="rId8"/>
            <a:stretch>
              <a:fillRect/>
            </a:stretch>
          </p:blipFill>
          <p:spPr>
            <a:xfrm>
              <a:off x="8858126" y="1134533"/>
              <a:ext cx="3025131" cy="2505456"/>
            </a:xfrm>
            <a:prstGeom prst="rect">
              <a:avLst/>
            </a:prstGeom>
          </p:spPr>
        </p:pic>
        <p:pic>
          <p:nvPicPr>
            <p:cNvPr id="23" name="Picture 22">
              <a:extLst>
                <a:ext uri="{FF2B5EF4-FFF2-40B4-BE49-F238E27FC236}">
                  <a16:creationId xmlns:a16="http://schemas.microsoft.com/office/drawing/2014/main" id="{70C1DB83-B9F9-1B4E-7AB2-84B31DDE52A5}"/>
                </a:ext>
              </a:extLst>
            </p:cNvPr>
            <p:cNvPicPr>
              <a:picLocks noChangeAspect="1"/>
            </p:cNvPicPr>
            <p:nvPr/>
          </p:nvPicPr>
          <p:blipFill>
            <a:blip r:embed="rId9"/>
            <a:srcRect t="46771" r="3979"/>
            <a:stretch>
              <a:fillRect/>
            </a:stretch>
          </p:blipFill>
          <p:spPr>
            <a:xfrm>
              <a:off x="6216743" y="3711150"/>
              <a:ext cx="2791179" cy="1116753"/>
            </a:xfrm>
            <a:prstGeom prst="rect">
              <a:avLst/>
            </a:prstGeom>
          </p:spPr>
        </p:pic>
        <p:pic>
          <p:nvPicPr>
            <p:cNvPr id="24" name="Picture 23">
              <a:extLst>
                <a:ext uri="{FF2B5EF4-FFF2-40B4-BE49-F238E27FC236}">
                  <a16:creationId xmlns:a16="http://schemas.microsoft.com/office/drawing/2014/main" id="{8ECD924C-C9AA-03C3-E82F-E943D5F6142C}"/>
                </a:ext>
              </a:extLst>
            </p:cNvPr>
            <p:cNvPicPr>
              <a:picLocks noChangeAspect="1"/>
            </p:cNvPicPr>
            <p:nvPr/>
          </p:nvPicPr>
          <p:blipFill>
            <a:blip r:embed="rId9"/>
            <a:srcRect t="46772" r="3979"/>
            <a:stretch>
              <a:fillRect/>
            </a:stretch>
          </p:blipFill>
          <p:spPr>
            <a:xfrm>
              <a:off x="9092078" y="3711150"/>
              <a:ext cx="2791179" cy="1116754"/>
            </a:xfrm>
            <a:prstGeom prst="rect">
              <a:avLst/>
            </a:prstGeom>
          </p:spPr>
        </p:pic>
      </p:grpSp>
      <p:graphicFrame>
        <p:nvGraphicFramePr>
          <p:cNvPr id="26" name="Table 0">
            <a:extLst>
              <a:ext uri="{FF2B5EF4-FFF2-40B4-BE49-F238E27FC236}">
                <a16:creationId xmlns:a16="http://schemas.microsoft.com/office/drawing/2014/main" id="{B20B6FC7-8A1B-BE33-29F1-2F87E078CFC2}"/>
              </a:ext>
            </a:extLst>
          </p:cNvPr>
          <p:cNvGraphicFramePr>
            <a:graphicFrameLocks noGrp="1"/>
          </p:cNvGraphicFramePr>
          <p:nvPr>
            <p:extLst>
              <p:ext uri="{D42A27DB-BD31-4B8C-83A1-F6EECF244321}">
                <p14:modId xmlns:p14="http://schemas.microsoft.com/office/powerpoint/2010/main" val="2733573822"/>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527.22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530.39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570.08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567.29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574.56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05995D18-56A9-5171-CC57-C4E7D1BCE618}"/>
              </a:ext>
            </a:extLst>
          </p:cNvPr>
          <p:cNvGraphicFramePr>
            <a:graphicFrameLocks noGrp="1"/>
          </p:cNvGraphicFramePr>
          <p:nvPr>
            <p:extLst>
              <p:ext uri="{D42A27DB-BD31-4B8C-83A1-F6EECF244321}">
                <p14:modId xmlns:p14="http://schemas.microsoft.com/office/powerpoint/2010/main" val="1203905088"/>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544.21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549.24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621.09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572.61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623.24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98224FE5-E580-FEAA-1895-27584C2E6B78}"/>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D24DA546-FE7D-36DB-AEF3-943938801325}"/>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1" name="Shape 4">
              <a:extLst>
                <a:ext uri="{FF2B5EF4-FFF2-40B4-BE49-F238E27FC236}">
                  <a16:creationId xmlns:a16="http://schemas.microsoft.com/office/drawing/2014/main" id="{8F70B2BD-F3C3-C618-B486-4C100812F4E6}"/>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2" name="Text 5">
              <a:extLst>
                <a:ext uri="{FF2B5EF4-FFF2-40B4-BE49-F238E27FC236}">
                  <a16:creationId xmlns:a16="http://schemas.microsoft.com/office/drawing/2014/main" id="{402B9D9E-4A2E-0C0B-C427-4D676BDFF286}"/>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10"/>
                </a:rPr>
                <a:t>↑ Interactive Image</a:t>
              </a:r>
              <a:endParaRPr lang="en-US" sz="950" dirty="0"/>
            </a:p>
          </p:txBody>
        </p:sp>
      </p:grpSp>
      <p:sp>
        <p:nvSpPr>
          <p:cNvPr id="33" name="Text 6">
            <a:extLst>
              <a:ext uri="{FF2B5EF4-FFF2-40B4-BE49-F238E27FC236}">
                <a16:creationId xmlns:a16="http://schemas.microsoft.com/office/drawing/2014/main" id="{4EEF1B60-2368-1573-362D-E8F022206971}"/>
              </a:ext>
            </a:extLst>
          </p:cNvPr>
          <p:cNvSpPr/>
          <p:nvPr/>
        </p:nvSpPr>
        <p:spPr>
          <a:xfrm>
            <a:off x="929640" y="6081582"/>
            <a:ext cx="2560320" cy="428552"/>
          </a:xfrm>
          <a:prstGeom prst="rect">
            <a:avLst/>
          </a:prstGeom>
          <a:noFill/>
          <a:ln/>
        </p:spPr>
        <p:txBody>
          <a:bodyPr wrap="square" lIns="0" tIns="0" rIns="0" bIns="0" rtlCol="0" anchor="ctr"/>
          <a:lstStyle/>
          <a:p>
            <a:pPr marL="0" indent="0">
              <a:buNone/>
            </a:pPr>
            <a:endParaRPr lang="en-US" sz="850" dirty="0"/>
          </a:p>
        </p:txBody>
      </p:sp>
      <p:grpSp>
        <p:nvGrpSpPr>
          <p:cNvPr id="35" name="Group 34">
            <a:extLst>
              <a:ext uri="{FF2B5EF4-FFF2-40B4-BE49-F238E27FC236}">
                <a16:creationId xmlns:a16="http://schemas.microsoft.com/office/drawing/2014/main" id="{54243887-1668-6F70-7CBE-025AA3DDBA6E}"/>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B40B76CC-B026-C8AD-92E6-57ACDF9D082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7" name="Shape 4">
              <a:extLst>
                <a:ext uri="{FF2B5EF4-FFF2-40B4-BE49-F238E27FC236}">
                  <a16:creationId xmlns:a16="http://schemas.microsoft.com/office/drawing/2014/main" id="{08506720-10E4-141B-D1D1-276F3E2D6A2C}"/>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8" name="Text 5">
              <a:extLst>
                <a:ext uri="{FF2B5EF4-FFF2-40B4-BE49-F238E27FC236}">
                  <a16:creationId xmlns:a16="http://schemas.microsoft.com/office/drawing/2014/main" id="{A47A71AC-273A-CC90-1DBC-BBD8DD53C352}"/>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11"/>
                </a:rPr>
                <a:t>↑ Interactive Image</a:t>
              </a:r>
              <a:endParaRPr lang="en-US" sz="95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a:extLst>
            <a:ext uri="{FF2B5EF4-FFF2-40B4-BE49-F238E27FC236}">
              <a16:creationId xmlns:a16="http://schemas.microsoft.com/office/drawing/2014/main" id="{9444B16F-EB59-653F-BBEC-D37E29AA4CCF}"/>
            </a:ext>
          </a:extLst>
        </p:cNvPr>
        <p:cNvGrpSpPr/>
        <p:nvPr/>
      </p:nvGrpSpPr>
      <p:grpSpPr>
        <a:xfrm>
          <a:off x="0" y="0"/>
          <a:ext cx="0" cy="0"/>
          <a:chOff x="0" y="0"/>
          <a:chExt cx="0" cy="0"/>
        </a:xfrm>
      </p:grpSpPr>
      <p:sp>
        <p:nvSpPr>
          <p:cNvPr id="315" name="Google Shape;315;p28">
            <a:extLst>
              <a:ext uri="{FF2B5EF4-FFF2-40B4-BE49-F238E27FC236}">
                <a16:creationId xmlns:a16="http://schemas.microsoft.com/office/drawing/2014/main" id="{EB2ACB57-14C8-43A7-5C92-18EF883FDFAB}"/>
              </a:ext>
            </a:extLst>
          </p:cNvPr>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6" name="Google Shape;316;p28">
            <a:extLst>
              <a:ext uri="{FF2B5EF4-FFF2-40B4-BE49-F238E27FC236}">
                <a16:creationId xmlns:a16="http://schemas.microsoft.com/office/drawing/2014/main" id="{346819D2-303F-BB1B-0830-4E775DE68CEE}"/>
              </a:ext>
            </a:extLst>
          </p:cNvPr>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buSzPts val="1400"/>
            </a:pPr>
            <a:endParaRPr sz="1867" kern="0">
              <a:solidFill>
                <a:srgbClr val="000000"/>
              </a:solidFill>
              <a:latin typeface="Arial"/>
              <a:ea typeface="Arial"/>
              <a:cs typeface="Arial"/>
              <a:sym typeface="Arial"/>
            </a:endParaRPr>
          </a:p>
        </p:txBody>
      </p:sp>
      <p:sp>
        <p:nvSpPr>
          <p:cNvPr id="317" name="Google Shape;317;p28">
            <a:extLst>
              <a:ext uri="{FF2B5EF4-FFF2-40B4-BE49-F238E27FC236}">
                <a16:creationId xmlns:a16="http://schemas.microsoft.com/office/drawing/2014/main" id="{F1351DD7-6919-F55E-2113-39486F453829}"/>
              </a:ext>
            </a:extLst>
          </p:cNvPr>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 sz="4000" kern="0" dirty="0">
                <a:solidFill>
                  <a:srgbClr val="FFFFFF"/>
                </a:solidFill>
                <a:latin typeface="Calibri"/>
                <a:ea typeface="Calibri"/>
                <a:cs typeface="Calibri"/>
                <a:sym typeface="Calibri"/>
              </a:rPr>
              <a:t>No Fly Zone = 10 m</a:t>
            </a:r>
            <a:endParaRPr sz="4000" kern="0" dirty="0">
              <a:solidFill>
                <a:srgbClr val="FFFFFF"/>
              </a:solidFill>
              <a:latin typeface="Calibri"/>
              <a:ea typeface="Calibri"/>
              <a:cs typeface="Calibri"/>
              <a:sym typeface="Calibri"/>
            </a:endParaRPr>
          </a:p>
        </p:txBody>
      </p:sp>
      <p:sp>
        <p:nvSpPr>
          <p:cNvPr id="343" name="Google Shape;343;p28">
            <a:extLst>
              <a:ext uri="{FF2B5EF4-FFF2-40B4-BE49-F238E27FC236}">
                <a16:creationId xmlns:a16="http://schemas.microsoft.com/office/drawing/2014/main" id="{78F184B2-CEBE-5952-1CA6-F18F11DA9EDA}"/>
              </a:ext>
            </a:extLst>
          </p:cNvPr>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algn="ctr" defTabSz="1219170">
              <a:buClr>
                <a:srgbClr val="FFFFFF"/>
              </a:buClr>
              <a:buSzPts val="3000"/>
            </a:pPr>
            <a:r>
              <a:rPr lang="en-US" sz="4000" kern="0" dirty="0">
                <a:solidFill>
                  <a:srgbClr val="FFFFFF"/>
                </a:solidFill>
                <a:latin typeface="Calibri"/>
                <a:ea typeface="Calibri"/>
                <a:cs typeface="Calibri"/>
                <a:sym typeface="Calibri"/>
              </a:rPr>
              <a:t>No Fly Zone = 15m</a:t>
            </a:r>
          </a:p>
        </p:txBody>
      </p:sp>
      <p:graphicFrame>
        <p:nvGraphicFramePr>
          <p:cNvPr id="26" name="Table 0">
            <a:extLst>
              <a:ext uri="{FF2B5EF4-FFF2-40B4-BE49-F238E27FC236}">
                <a16:creationId xmlns:a16="http://schemas.microsoft.com/office/drawing/2014/main" id="{915BD051-8314-13B9-5CE1-0BA4F51614A2}"/>
              </a:ext>
            </a:extLst>
          </p:cNvPr>
          <p:cNvGraphicFramePr>
            <a:graphicFrameLocks noGrp="1"/>
          </p:cNvGraphicFramePr>
          <p:nvPr>
            <p:extLst>
              <p:ext uri="{D42A27DB-BD31-4B8C-83A1-F6EECF244321}">
                <p14:modId xmlns:p14="http://schemas.microsoft.com/office/powerpoint/2010/main" val="2159505011"/>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575.43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581.42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643.40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596.61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644.93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2DF73367-4A4F-640F-11F5-63DB5F5C797C}"/>
              </a:ext>
            </a:extLst>
          </p:cNvPr>
          <p:cNvGraphicFramePr>
            <a:graphicFrameLocks noGrp="1"/>
          </p:cNvGraphicFramePr>
          <p:nvPr>
            <p:extLst>
              <p:ext uri="{D42A27DB-BD31-4B8C-83A1-F6EECF244321}">
                <p14:modId xmlns:p14="http://schemas.microsoft.com/office/powerpoint/2010/main" val="4248409812"/>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600.65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605.39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670.94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614.55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671.84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6FEF6B92-923A-C3CE-6F22-6E1CED3FCF7B}"/>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2A957D56-7BDA-0512-053F-DC8798D23A5B}"/>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1" name="Shape 4">
              <a:extLst>
                <a:ext uri="{FF2B5EF4-FFF2-40B4-BE49-F238E27FC236}">
                  <a16:creationId xmlns:a16="http://schemas.microsoft.com/office/drawing/2014/main" id="{686AF7BD-8423-6ADB-D6BF-2CD70EE5CBC2}"/>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2" name="Text 5">
              <a:extLst>
                <a:ext uri="{FF2B5EF4-FFF2-40B4-BE49-F238E27FC236}">
                  <a16:creationId xmlns:a16="http://schemas.microsoft.com/office/drawing/2014/main" id="{5560CDBE-35C1-816C-2D2E-E09E94A3D14E}"/>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3"/>
                </a:rPr>
                <a:t>↑ </a:t>
              </a:r>
              <a:r>
                <a:rPr lang="en-US" sz="950" b="1" dirty="0">
                  <a:solidFill>
                    <a:srgbClr val="FFFFFF"/>
                  </a:solidFill>
                  <a:latin typeface="Calibri" pitchFamily="34" charset="0"/>
                  <a:ea typeface="Calibri" pitchFamily="34" charset="-122"/>
                  <a:cs typeface="Calibri" pitchFamily="34" charset="-120"/>
                  <a:hlinkClick r:id="rId4"/>
                </a:rPr>
                <a:t>Interactive</a:t>
              </a:r>
              <a:r>
                <a:rPr lang="en-US" sz="950" b="1" dirty="0">
                  <a:solidFill>
                    <a:srgbClr val="FFFFFF"/>
                  </a:solidFill>
                  <a:latin typeface="Calibri" pitchFamily="34" charset="0"/>
                  <a:ea typeface="Calibri" pitchFamily="34" charset="-122"/>
                  <a:cs typeface="Calibri" pitchFamily="34" charset="-120"/>
                  <a:hlinkClick r:id="rId3"/>
                </a:rPr>
                <a:t> Image</a:t>
              </a:r>
              <a:endParaRPr lang="en-US" sz="950" dirty="0"/>
            </a:p>
          </p:txBody>
        </p:sp>
      </p:grpSp>
      <p:sp>
        <p:nvSpPr>
          <p:cNvPr id="33" name="Text 6">
            <a:extLst>
              <a:ext uri="{FF2B5EF4-FFF2-40B4-BE49-F238E27FC236}">
                <a16:creationId xmlns:a16="http://schemas.microsoft.com/office/drawing/2014/main" id="{094D974A-0EB6-6772-8A07-E385E59EA4DA}"/>
              </a:ext>
            </a:extLst>
          </p:cNvPr>
          <p:cNvSpPr/>
          <p:nvPr/>
        </p:nvSpPr>
        <p:spPr>
          <a:xfrm>
            <a:off x="929640" y="6081582"/>
            <a:ext cx="2560320" cy="428552"/>
          </a:xfrm>
          <a:prstGeom prst="rect">
            <a:avLst/>
          </a:prstGeom>
          <a:noFill/>
          <a:ln/>
        </p:spPr>
        <p:txBody>
          <a:bodyPr wrap="square" lIns="0" tIns="0" rIns="0" bIns="0" rtlCol="0" anchor="ctr"/>
          <a:lstStyle/>
          <a:p>
            <a:pPr marL="0" indent="0">
              <a:buNone/>
            </a:pPr>
            <a:endParaRPr lang="en-US" sz="850" dirty="0"/>
          </a:p>
        </p:txBody>
      </p:sp>
      <p:grpSp>
        <p:nvGrpSpPr>
          <p:cNvPr id="35" name="Group 34">
            <a:extLst>
              <a:ext uri="{FF2B5EF4-FFF2-40B4-BE49-F238E27FC236}">
                <a16:creationId xmlns:a16="http://schemas.microsoft.com/office/drawing/2014/main" id="{6E99D4FE-E183-7920-8941-E373C8045572}"/>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8B0A8DB2-1D3A-3546-F974-A276770F82A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endParaRPr lang="en-US" dirty="0"/>
            </a:p>
          </p:txBody>
        </p:sp>
        <p:sp>
          <p:nvSpPr>
            <p:cNvPr id="37" name="Shape 4">
              <a:extLst>
                <a:ext uri="{FF2B5EF4-FFF2-40B4-BE49-F238E27FC236}">
                  <a16:creationId xmlns:a16="http://schemas.microsoft.com/office/drawing/2014/main" id="{8F3A09EE-83C5-4976-3A6F-CB758A6938B5}"/>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endParaRPr lang="en-US"/>
            </a:p>
          </p:txBody>
        </p:sp>
        <p:sp>
          <p:nvSpPr>
            <p:cNvPr id="38" name="Text 5">
              <a:extLst>
                <a:ext uri="{FF2B5EF4-FFF2-40B4-BE49-F238E27FC236}">
                  <a16:creationId xmlns:a16="http://schemas.microsoft.com/office/drawing/2014/main" id="{4FA73B34-9399-EF28-5242-5AC0532B928B}"/>
                </a:ext>
              </a:extLst>
            </p:cNvPr>
            <p:cNvSpPr/>
            <p:nvPr/>
          </p:nvSpPr>
          <p:spPr>
            <a:xfrm>
              <a:off x="420101" y="6443295"/>
              <a:ext cx="2560320" cy="272715"/>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hlinkClick r:id="rId5"/>
                </a:rPr>
                <a:t>↑ Interactive Image</a:t>
              </a:r>
              <a:endParaRPr lang="en-US" sz="950" dirty="0"/>
            </a:p>
          </p:txBody>
        </p:sp>
      </p:grpSp>
      <p:grpSp>
        <p:nvGrpSpPr>
          <p:cNvPr id="6" name="Group 5">
            <a:extLst>
              <a:ext uri="{FF2B5EF4-FFF2-40B4-BE49-F238E27FC236}">
                <a16:creationId xmlns:a16="http://schemas.microsoft.com/office/drawing/2014/main" id="{81C4A063-EA3C-F3E2-56FC-3FE44C438039}"/>
              </a:ext>
            </a:extLst>
          </p:cNvPr>
          <p:cNvGrpSpPr/>
          <p:nvPr/>
        </p:nvGrpSpPr>
        <p:grpSpPr>
          <a:xfrm>
            <a:off x="164794" y="1134533"/>
            <a:ext cx="5791279" cy="3870703"/>
            <a:chOff x="164794" y="1134533"/>
            <a:chExt cx="5660273" cy="3870703"/>
          </a:xfrm>
        </p:grpSpPr>
        <p:pic>
          <p:nvPicPr>
            <p:cNvPr id="2" name="Picture 1">
              <a:extLst>
                <a:ext uri="{FF2B5EF4-FFF2-40B4-BE49-F238E27FC236}">
                  <a16:creationId xmlns:a16="http://schemas.microsoft.com/office/drawing/2014/main" id="{B179C884-92E8-AF92-420A-23DA4FCC2C8E}"/>
                </a:ext>
              </a:extLst>
            </p:cNvPr>
            <p:cNvPicPr>
              <a:picLocks noChangeAspect="1"/>
            </p:cNvPicPr>
            <p:nvPr/>
          </p:nvPicPr>
          <p:blipFill>
            <a:blip r:embed="rId6"/>
            <a:stretch>
              <a:fillRect/>
            </a:stretch>
          </p:blipFill>
          <p:spPr>
            <a:xfrm>
              <a:off x="164794" y="1153382"/>
              <a:ext cx="2763349" cy="2642294"/>
            </a:xfrm>
            <a:prstGeom prst="rect">
              <a:avLst/>
            </a:prstGeom>
          </p:spPr>
        </p:pic>
        <p:pic>
          <p:nvPicPr>
            <p:cNvPr id="3" name="Picture 2">
              <a:extLst>
                <a:ext uri="{FF2B5EF4-FFF2-40B4-BE49-F238E27FC236}">
                  <a16:creationId xmlns:a16="http://schemas.microsoft.com/office/drawing/2014/main" id="{B2B7DD67-6D8F-8A31-C674-AB97150517B2}"/>
                </a:ext>
              </a:extLst>
            </p:cNvPr>
            <p:cNvPicPr>
              <a:picLocks noChangeAspect="1"/>
            </p:cNvPicPr>
            <p:nvPr/>
          </p:nvPicPr>
          <p:blipFill>
            <a:blip r:embed="rId7"/>
            <a:stretch>
              <a:fillRect/>
            </a:stretch>
          </p:blipFill>
          <p:spPr>
            <a:xfrm>
              <a:off x="3003820" y="1134533"/>
              <a:ext cx="2821247" cy="2642294"/>
            </a:xfrm>
            <a:prstGeom prst="rect">
              <a:avLst/>
            </a:prstGeom>
          </p:spPr>
        </p:pic>
        <p:pic>
          <p:nvPicPr>
            <p:cNvPr id="4" name="Picture 3">
              <a:extLst>
                <a:ext uri="{FF2B5EF4-FFF2-40B4-BE49-F238E27FC236}">
                  <a16:creationId xmlns:a16="http://schemas.microsoft.com/office/drawing/2014/main" id="{39097C8D-E806-B0CF-8947-48F7D467FDDB}"/>
                </a:ext>
              </a:extLst>
            </p:cNvPr>
            <p:cNvPicPr>
              <a:picLocks noChangeAspect="1"/>
            </p:cNvPicPr>
            <p:nvPr/>
          </p:nvPicPr>
          <p:blipFill>
            <a:blip r:embed="rId8"/>
            <a:srcRect t="50000" r="3142"/>
            <a:stretch>
              <a:fillRect/>
            </a:stretch>
          </p:blipFill>
          <p:spPr>
            <a:xfrm>
              <a:off x="186412" y="3851876"/>
              <a:ext cx="2785488" cy="1153360"/>
            </a:xfrm>
            <a:prstGeom prst="rect">
              <a:avLst/>
            </a:prstGeom>
          </p:spPr>
        </p:pic>
        <p:pic>
          <p:nvPicPr>
            <p:cNvPr id="5" name="Picture 4">
              <a:extLst>
                <a:ext uri="{FF2B5EF4-FFF2-40B4-BE49-F238E27FC236}">
                  <a16:creationId xmlns:a16="http://schemas.microsoft.com/office/drawing/2014/main" id="{0B9605D6-F7F8-4687-D1CD-4F4B45ACEB05}"/>
                </a:ext>
              </a:extLst>
            </p:cNvPr>
            <p:cNvPicPr>
              <a:picLocks noChangeAspect="1"/>
            </p:cNvPicPr>
            <p:nvPr/>
          </p:nvPicPr>
          <p:blipFill>
            <a:blip r:embed="rId9"/>
            <a:srcRect t="47925" r="3275"/>
            <a:stretch>
              <a:fillRect/>
            </a:stretch>
          </p:blipFill>
          <p:spPr>
            <a:xfrm>
              <a:off x="3039579" y="3851874"/>
              <a:ext cx="2785488" cy="1153361"/>
            </a:xfrm>
            <a:prstGeom prst="rect">
              <a:avLst/>
            </a:prstGeom>
          </p:spPr>
        </p:pic>
      </p:grpSp>
      <p:pic>
        <p:nvPicPr>
          <p:cNvPr id="7" name="Picture 6">
            <a:extLst>
              <a:ext uri="{FF2B5EF4-FFF2-40B4-BE49-F238E27FC236}">
                <a16:creationId xmlns:a16="http://schemas.microsoft.com/office/drawing/2014/main" id="{91207787-E207-68A0-7626-90E777C7128A}"/>
              </a:ext>
            </a:extLst>
          </p:cNvPr>
          <p:cNvPicPr>
            <a:picLocks noChangeAspect="1"/>
          </p:cNvPicPr>
          <p:nvPr/>
        </p:nvPicPr>
        <p:blipFill>
          <a:blip r:embed="rId10"/>
          <a:stretch>
            <a:fillRect/>
          </a:stretch>
        </p:blipFill>
        <p:spPr>
          <a:xfrm>
            <a:off x="6245097" y="1150040"/>
            <a:ext cx="2678207" cy="2602150"/>
          </a:xfrm>
          <a:prstGeom prst="rect">
            <a:avLst/>
          </a:prstGeom>
        </p:spPr>
      </p:pic>
      <p:pic>
        <p:nvPicPr>
          <p:cNvPr id="8" name="Picture 7">
            <a:extLst>
              <a:ext uri="{FF2B5EF4-FFF2-40B4-BE49-F238E27FC236}">
                <a16:creationId xmlns:a16="http://schemas.microsoft.com/office/drawing/2014/main" id="{553B7729-8683-44EA-345B-25A376251CAB}"/>
              </a:ext>
            </a:extLst>
          </p:cNvPr>
          <p:cNvPicPr>
            <a:picLocks noChangeAspect="1"/>
          </p:cNvPicPr>
          <p:nvPr/>
        </p:nvPicPr>
        <p:blipFill>
          <a:blip r:embed="rId11"/>
          <a:stretch>
            <a:fillRect/>
          </a:stretch>
        </p:blipFill>
        <p:spPr>
          <a:xfrm>
            <a:off x="8978591" y="1134533"/>
            <a:ext cx="2938530" cy="2602150"/>
          </a:xfrm>
          <a:prstGeom prst="rect">
            <a:avLst/>
          </a:prstGeom>
        </p:spPr>
      </p:pic>
      <p:pic>
        <p:nvPicPr>
          <p:cNvPr id="9" name="Picture 8">
            <a:extLst>
              <a:ext uri="{FF2B5EF4-FFF2-40B4-BE49-F238E27FC236}">
                <a16:creationId xmlns:a16="http://schemas.microsoft.com/office/drawing/2014/main" id="{CE31173A-F917-C1AF-5CF2-BD347CD7F62F}"/>
              </a:ext>
            </a:extLst>
          </p:cNvPr>
          <p:cNvPicPr>
            <a:picLocks noChangeAspect="1"/>
          </p:cNvPicPr>
          <p:nvPr/>
        </p:nvPicPr>
        <p:blipFill>
          <a:blip r:embed="rId12"/>
          <a:srcRect t="48266" r="4341"/>
          <a:stretch>
            <a:fillRect/>
          </a:stretch>
        </p:blipFill>
        <p:spPr>
          <a:xfrm>
            <a:off x="6245097" y="3810941"/>
            <a:ext cx="2633639" cy="1199388"/>
          </a:xfrm>
          <a:prstGeom prst="rect">
            <a:avLst/>
          </a:prstGeom>
        </p:spPr>
      </p:pic>
      <p:pic>
        <p:nvPicPr>
          <p:cNvPr id="12" name="Picture 11">
            <a:extLst>
              <a:ext uri="{FF2B5EF4-FFF2-40B4-BE49-F238E27FC236}">
                <a16:creationId xmlns:a16="http://schemas.microsoft.com/office/drawing/2014/main" id="{256711A3-2F54-E319-B767-9463595FC186}"/>
              </a:ext>
            </a:extLst>
          </p:cNvPr>
          <p:cNvPicPr>
            <a:picLocks noChangeAspect="1"/>
          </p:cNvPicPr>
          <p:nvPr/>
        </p:nvPicPr>
        <p:blipFill>
          <a:blip r:embed="rId13"/>
          <a:srcRect t="49592" r="4073"/>
          <a:stretch>
            <a:fillRect/>
          </a:stretch>
        </p:blipFill>
        <p:spPr>
          <a:xfrm>
            <a:off x="8993549" y="3794616"/>
            <a:ext cx="2947806" cy="1199388"/>
          </a:xfrm>
          <a:prstGeom prst="rect">
            <a:avLst/>
          </a:prstGeom>
        </p:spPr>
      </p:pic>
    </p:spTree>
    <p:extLst>
      <p:ext uri="{BB962C8B-B14F-4D97-AF65-F5344CB8AC3E}">
        <p14:creationId xmlns:p14="http://schemas.microsoft.com/office/powerpoint/2010/main" val="3662547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B1A6FC7F-48DD-4630-B9A3-04376B5220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E967D6-2EDF-C890-382C-E06B7EA99AE9}"/>
              </a:ext>
            </a:extLst>
          </p:cNvPr>
          <p:cNvSpPr/>
          <p:nvPr/>
        </p:nvSpPr>
        <p:spPr>
          <a:xfrm>
            <a:off x="548640" y="341376"/>
            <a:ext cx="4876800" cy="268224"/>
          </a:xfrm>
          <a:prstGeom prst="rect">
            <a:avLst/>
          </a:prstGeom>
          <a:noFill/>
          <a:ln/>
        </p:spPr>
        <p:txBody>
          <a:bodyPr wrap="square" lIns="0" tIns="0" rIns="0" bIns="0" rtlCol="0" anchor="ctr"/>
          <a:lstStyle/>
          <a:p>
            <a:pPr defTabSz="1219170"/>
            <a:r>
              <a:rPr lang="en-US" sz="933" b="1" kern="0" spc="400" dirty="0">
                <a:solidFill>
                  <a:srgbClr val="00C8E8"/>
                </a:solidFill>
                <a:latin typeface="Calibri" pitchFamily="34" charset="0"/>
                <a:ea typeface="Calibri" pitchFamily="34" charset="-122"/>
                <a:cs typeface="Calibri" pitchFamily="34" charset="-120"/>
              </a:rPr>
              <a:t>SECTION B — FRAMEWORK 1</a:t>
            </a:r>
            <a:endParaRPr lang="en-US" sz="933" dirty="0">
              <a:solidFill>
                <a:prstClr val="black"/>
              </a:solidFill>
              <a:latin typeface="Calibri" panose="020F0502020204030204"/>
            </a:endParaRPr>
          </a:p>
        </p:txBody>
      </p:sp>
      <p:sp>
        <p:nvSpPr>
          <p:cNvPr id="3" name="Text 1">
            <a:extLst>
              <a:ext uri="{FF2B5EF4-FFF2-40B4-BE49-F238E27FC236}">
                <a16:creationId xmlns:a16="http://schemas.microsoft.com/office/drawing/2014/main" id="{48491E42-843A-A9D2-F608-374BA5E62132}"/>
              </a:ext>
            </a:extLst>
          </p:cNvPr>
          <p:cNvSpPr/>
          <p:nvPr/>
        </p:nvSpPr>
        <p:spPr>
          <a:xfrm>
            <a:off x="548640" y="707136"/>
            <a:ext cx="11094720" cy="853440"/>
          </a:xfrm>
          <a:prstGeom prst="rect">
            <a:avLst/>
          </a:prstGeom>
          <a:noFill/>
          <a:ln/>
        </p:spPr>
        <p:txBody>
          <a:bodyPr wrap="square" lIns="0" tIns="0" rIns="0" bIns="0" rtlCol="0" anchor="ctr"/>
          <a:lstStyle/>
          <a:p>
            <a:pPr defTabSz="1219170"/>
            <a:r>
              <a:rPr lang="en-US" sz="3733" b="1" dirty="0">
                <a:solidFill>
                  <a:srgbClr val="FFFFFF"/>
                </a:solidFill>
                <a:latin typeface="Calibri" pitchFamily="34" charset="0"/>
                <a:ea typeface="Calibri" pitchFamily="34" charset="-122"/>
                <a:cs typeface="Calibri" pitchFamily="34" charset="-120"/>
              </a:rPr>
              <a:t>Sensitivity Analysis - Result</a:t>
            </a:r>
            <a:endParaRPr lang="en-US" sz="3733" dirty="0">
              <a:solidFill>
                <a:prstClr val="black"/>
              </a:solidFill>
            </a:endParaRPr>
          </a:p>
        </p:txBody>
      </p:sp>
      <p:sp>
        <p:nvSpPr>
          <p:cNvPr id="4" name="Shape 2">
            <a:extLst>
              <a:ext uri="{FF2B5EF4-FFF2-40B4-BE49-F238E27FC236}">
                <a16:creationId xmlns:a16="http://schemas.microsoft.com/office/drawing/2014/main" id="{A9360A90-A89A-B85A-D1AA-C3F31C9A2859}"/>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grpSp>
        <p:nvGrpSpPr>
          <p:cNvPr id="35" name="Group 34">
            <a:extLst>
              <a:ext uri="{FF2B5EF4-FFF2-40B4-BE49-F238E27FC236}">
                <a16:creationId xmlns:a16="http://schemas.microsoft.com/office/drawing/2014/main" id="{E391010C-E696-2371-FB2A-FE1B505000A0}"/>
              </a:ext>
            </a:extLst>
          </p:cNvPr>
          <p:cNvGrpSpPr/>
          <p:nvPr/>
        </p:nvGrpSpPr>
        <p:grpSpPr>
          <a:xfrm>
            <a:off x="7802880" y="1802922"/>
            <a:ext cx="3958336" cy="4599164"/>
            <a:chOff x="7802880" y="4084320"/>
            <a:chExt cx="3840480" cy="999744"/>
          </a:xfrm>
        </p:grpSpPr>
        <p:sp>
          <p:nvSpPr>
            <p:cNvPr id="14" name="Shape 11">
              <a:extLst>
                <a:ext uri="{FF2B5EF4-FFF2-40B4-BE49-F238E27FC236}">
                  <a16:creationId xmlns:a16="http://schemas.microsoft.com/office/drawing/2014/main" id="{85022EE6-D8A7-0CF4-4F03-FBC4EB492C90}"/>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5" name="Shape 12">
              <a:extLst>
                <a:ext uri="{FF2B5EF4-FFF2-40B4-BE49-F238E27FC236}">
                  <a16:creationId xmlns:a16="http://schemas.microsoft.com/office/drawing/2014/main" id="{E19BE602-C7B0-BA70-F55C-85DFFDA23E9B}"/>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defTabSz="1219170"/>
              <a:endParaRPr lang="en-US" sz="2400">
                <a:solidFill>
                  <a:prstClr val="black"/>
                </a:solidFill>
                <a:latin typeface="Calibri" panose="020F0502020204030204"/>
              </a:endParaRPr>
            </a:p>
          </p:txBody>
        </p:sp>
        <p:sp>
          <p:nvSpPr>
            <p:cNvPr id="16" name="Text 13">
              <a:extLst>
                <a:ext uri="{FF2B5EF4-FFF2-40B4-BE49-F238E27FC236}">
                  <a16:creationId xmlns:a16="http://schemas.microsoft.com/office/drawing/2014/main" id="{655855FF-3B1E-675B-D529-ACC2B42241AD}"/>
                </a:ext>
              </a:extLst>
            </p:cNvPr>
            <p:cNvSpPr/>
            <p:nvPr/>
          </p:nvSpPr>
          <p:spPr>
            <a:xfrm>
              <a:off x="8046720" y="4133088"/>
              <a:ext cx="3413760" cy="147877"/>
            </a:xfrm>
            <a:prstGeom prst="rect">
              <a:avLst/>
            </a:prstGeom>
            <a:noFill/>
            <a:ln/>
          </p:spPr>
          <p:txBody>
            <a:bodyPr wrap="square" lIns="0" tIns="0" rIns="0" bIns="0" rtlCol="0" anchor="ctr"/>
            <a:lstStyle/>
            <a:p>
              <a:pPr defTabSz="1219170"/>
              <a:r>
                <a:rPr lang="en-US" sz="1267" b="1" dirty="0">
                  <a:solidFill>
                    <a:srgbClr val="FFFFFF"/>
                  </a:solidFill>
                  <a:latin typeface="Calibri" pitchFamily="34" charset="0"/>
                  <a:ea typeface="Calibri" pitchFamily="34" charset="-122"/>
                  <a:cs typeface="Calibri" pitchFamily="34" charset="-120"/>
                </a:rPr>
                <a:t>✓ Observations</a:t>
              </a:r>
              <a:endParaRPr lang="en-US" sz="1267" dirty="0">
                <a:solidFill>
                  <a:prstClr val="black"/>
                </a:solidFill>
                <a:latin typeface="Calibri" panose="020F0502020204030204"/>
              </a:endParaRPr>
            </a:p>
          </p:txBody>
        </p:sp>
        <p:sp>
          <p:nvSpPr>
            <p:cNvPr id="17" name="Text 14">
              <a:extLst>
                <a:ext uri="{FF2B5EF4-FFF2-40B4-BE49-F238E27FC236}">
                  <a16:creationId xmlns:a16="http://schemas.microsoft.com/office/drawing/2014/main" id="{E0B405A5-9323-AD54-88B7-DCE2EDF1FACA}"/>
                </a:ext>
              </a:extLst>
            </p:cNvPr>
            <p:cNvSpPr/>
            <p:nvPr/>
          </p:nvSpPr>
          <p:spPr>
            <a:xfrm>
              <a:off x="8046720" y="4280965"/>
              <a:ext cx="3413760" cy="742139"/>
            </a:xfrm>
            <a:prstGeom prst="rect">
              <a:avLst/>
            </a:prstGeom>
            <a:noFill/>
            <a:ln/>
          </p:spPr>
          <p:txBody>
            <a:bodyPr wrap="square" lIns="0" tIns="0" rIns="0" bIns="0" rtlCol="0" anchor="ctr"/>
            <a:lstStyle/>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Higher ground NFZ → higher minimum flyable altitude → longer 3D paths even when horizontal routing is similar.</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Vertical lift at OD dominates the gap between shortest and total paths; it grows predictably with ground clearance.</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Path topology (which corners are used) is similar across pairs; sensitivity is mainly altitude / length, not failure to find a path.</a:t>
              </a:r>
            </a:p>
            <a:p>
              <a:pPr marL="171450" indent="-171450" defTabSz="1219170">
                <a:buFont typeface="Arial" panose="020B0604020202020204" pitchFamily="34" charset="0"/>
                <a:buChar char="•"/>
              </a:pPr>
              <a:r>
                <a:rPr lang="en-US" sz="1133" dirty="0">
                  <a:solidFill>
                    <a:srgbClr val="7A9BB5"/>
                  </a:solidFill>
                  <a:latin typeface="Calibri" pitchFamily="34" charset="0"/>
                  <a:ea typeface="Calibri" pitchFamily="34" charset="-122"/>
                  <a:cs typeface="Calibri" pitchFamily="34" charset="-120"/>
                </a:rPr>
                <a:t>Operational implication: ground clearance is a first-order parameter for UAM routes from surface vertiports.</a:t>
              </a: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marL="171450" indent="-171450" defTabSz="1219170">
                <a:buFont typeface="Arial" panose="020B0604020202020204" pitchFamily="34" charset="0"/>
                <a:buChar char="•"/>
              </a:pPr>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srgbClr val="7A9BB5"/>
                </a:solidFill>
                <a:latin typeface="Calibri" pitchFamily="34" charset="0"/>
                <a:ea typeface="Calibri" pitchFamily="34" charset="-122"/>
                <a:cs typeface="Calibri" pitchFamily="34" charset="-120"/>
              </a:endParaRPr>
            </a:p>
            <a:p>
              <a:pPr defTabSz="1219170"/>
              <a:endParaRPr lang="en-US" sz="1133" dirty="0">
                <a:solidFill>
                  <a:prstClr val="black"/>
                </a:solidFill>
                <a:latin typeface="Calibri" panose="020F0502020204030204"/>
              </a:endParaRPr>
            </a:p>
          </p:txBody>
        </p:sp>
      </p:grpSp>
      <p:sp>
        <p:nvSpPr>
          <p:cNvPr id="22" name="Shape 19">
            <a:extLst>
              <a:ext uri="{FF2B5EF4-FFF2-40B4-BE49-F238E27FC236}">
                <a16:creationId xmlns:a16="http://schemas.microsoft.com/office/drawing/2014/main" id="{0039ECF3-B679-0311-3A07-454D487D235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23" name="Text 20">
            <a:extLst>
              <a:ext uri="{FF2B5EF4-FFF2-40B4-BE49-F238E27FC236}">
                <a16:creationId xmlns:a16="http://schemas.microsoft.com/office/drawing/2014/main" id="{63044E37-2553-13F2-41B6-964669DBA738}"/>
              </a:ext>
            </a:extLst>
          </p:cNvPr>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28" name="Shape 3">
            <a:extLst>
              <a:ext uri="{FF2B5EF4-FFF2-40B4-BE49-F238E27FC236}">
                <a16:creationId xmlns:a16="http://schemas.microsoft.com/office/drawing/2014/main" id="{CEAC4BD4-072F-EFED-182C-F6A2DA02632D}"/>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pic>
        <p:nvPicPr>
          <p:cNvPr id="10" name="Picture 9">
            <a:extLst>
              <a:ext uri="{FF2B5EF4-FFF2-40B4-BE49-F238E27FC236}">
                <a16:creationId xmlns:a16="http://schemas.microsoft.com/office/drawing/2014/main" id="{29ABBF5D-214B-888D-06DA-177B77CA0CAF}"/>
              </a:ext>
            </a:extLst>
          </p:cNvPr>
          <p:cNvPicPr>
            <a:picLocks noChangeAspect="1"/>
          </p:cNvPicPr>
          <p:nvPr/>
        </p:nvPicPr>
        <p:blipFill>
          <a:blip r:embed="rId3"/>
          <a:stretch>
            <a:fillRect/>
          </a:stretch>
        </p:blipFill>
        <p:spPr>
          <a:xfrm>
            <a:off x="548639" y="1908993"/>
            <a:ext cx="6953503" cy="4339407"/>
          </a:xfrm>
          <a:prstGeom prst="rect">
            <a:avLst/>
          </a:prstGeom>
        </p:spPr>
      </p:pic>
    </p:spTree>
    <p:extLst>
      <p:ext uri="{BB962C8B-B14F-4D97-AF65-F5344CB8AC3E}">
        <p14:creationId xmlns:p14="http://schemas.microsoft.com/office/powerpoint/2010/main" val="759545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031A3D30-0DAE-745E-7527-C1D1272E1265}"/>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155E8D46-A5F4-528D-4AFB-4CD6B057CA99}"/>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D78EBC15-72E6-202D-412C-DF15BE1F7073}"/>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2183BDBE-A9EB-EB37-6AB4-221FACEECDBC}"/>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850BC85-2FBF-CA16-9B0F-A062212590CB}"/>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2FFC3435-DFA1-88CB-1E45-BCF438892669}"/>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D3733CA1-36A6-E5CC-E631-A2995712D15E}"/>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1507EAB8-865A-FAA7-7E98-B1FE24484019}"/>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93666DD9-CF1D-FC6B-A720-065F6FCB5DCC}"/>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1BE6CCF2-5D89-CB60-BE9B-05870B791901}"/>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D56885D2-8515-677F-2BFE-1F2DA35A3888}"/>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17AD1522-7E6F-5577-718C-7394D9871B4C}"/>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46164F88-A005-079C-10F4-D1004BB798D4}"/>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B9FA978B-E47E-1770-674A-9C8EDDCDE15D}"/>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E951E19B-90B5-7FF2-20CD-CFA946CD7B19}"/>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E3EBD514-893F-A81B-B035-0CEE6E77B0E8}"/>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3DF99CA9-D59A-EC4E-FCB4-3EF619971FF3}"/>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6C754CBE-798A-97D4-0C94-246008F0ADA2}"/>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6C51A2D0-22ED-A224-C8AF-ECC6CEDDCE9D}"/>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2F1EDFC6-B81C-3F22-E01D-9BA694770A88}"/>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89BE4161-EF8F-1C4A-C119-5067F6911740}"/>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C54F72E3-5C8A-260C-6392-0A770142A53F}"/>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BB3FEB90-A736-1C96-30FB-FCFC0081B78D}"/>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9A61BEC9-18AD-861E-B8ED-CBE6B4E56101}"/>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E32547B7-2AEC-E5AE-B2AD-4E1C30AE531E}"/>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07B03245-6D39-A3A6-AD50-E0E2F2BAD5C9}"/>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931CEE29-729F-1917-2818-D8E447B462EE}"/>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F59B0940-D5CE-A671-F2E8-640B2965197B}"/>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536CC02F-69CC-0C99-1D03-4D8E54DDDCE6}"/>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077040D1-361B-420A-E75C-1D506FFCE47F}"/>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4B99AB9A-A55B-F8BB-40EE-A672677BCA85}"/>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19468009-34DD-5286-6EC6-BD47537C18BD}"/>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E69D8890-C3F6-F3C2-3B40-8ACF2C906FFB}"/>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3FE86BD-A92D-6322-46F7-06FFAA094439}"/>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6CC94870-7315-437B-07E3-6EB595FD5844}"/>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4F3AED71-A158-B492-2C27-1E61504C00F5}"/>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18EBA66D-6BB4-4FD9-1248-4CF3BBE90F3C}"/>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931531BB-F551-3EE5-B6FD-47F93EA089C7}"/>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51FBC884-D4D1-F780-9492-0F28419BD5A3}"/>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01A860CC-DFEF-29F1-93C7-C95C81993A05}"/>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1F4FEFA4-E11B-AC32-7EB2-5408792D1054}"/>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8112014B-352E-0EF7-305B-1B1105D06976}"/>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D87892C2-3B50-09DF-A1F6-80A0DA97055D}"/>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477EAA82-7081-C913-0573-FEB177098975}"/>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C4ADE386-451F-A1E7-8AF3-E9685C2F2DE4}"/>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1E72649C-7E05-CEA2-9D64-716CA9A831F9}"/>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E6FAC710-3D0B-0DF1-5549-2FCA0C6F39ED}"/>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D0955510-79DB-0D39-E643-E5B22F38C476}"/>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3A8DDC42-B09F-EE28-6359-0D215824114C}"/>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3C4148E8-412C-3C0C-702C-E4B04AEA3933}"/>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7454A49F-7653-39FB-4668-4FC83E882F4A}"/>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C251E413-2D44-B7D3-F7E1-A96C5C8B6F57}"/>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8772092B-CBDE-C83C-2709-4946C388BED3}"/>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61228705-9D00-C2D4-D683-569D3CD986CE}"/>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ECA535AB-2810-DDC7-8568-F04AF8DFDA97}"/>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A795B285-A472-1C3B-E92C-97ED18F8405D}"/>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FCFAE99A-3DE6-8C40-D09C-3492B6025712}"/>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D8FB539D-2429-0992-3643-9F086C893E0C}"/>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10680C37-39B3-1B31-8632-EFD1AF63155E}"/>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C465D13A-81F0-C0CF-E247-368123301BA4}"/>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002CF604-D901-3865-D62D-BFC3C38E438D}"/>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9F72671C-D796-CC9E-5852-FE2FD57F15E5}"/>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FE3FB028-24BA-6008-B429-E7F69782FFE7}"/>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71BEC1E1-31DC-E10C-799D-79C303C17C1B}"/>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0C3D9CB2-2A8B-3A47-6696-DD0CDDE3AC7C}"/>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CCD70218-3E12-54D5-C644-E3361138C5C3}"/>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679A5847-58D9-7142-1560-694B02D1B895}"/>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30780925-3C3D-A126-AD3C-FC212241A98A}"/>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411502EA-2A20-DA5E-00A0-4E8D54B8F01E}"/>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8D978327-8ECF-8B23-C2AE-E61C24539743}"/>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C1FEB845-C9AA-C2BA-43D0-1F64FA5971D6}"/>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E54F71AE-DF57-BF9F-CF84-7236D914AE19}"/>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2C1F492F-001D-A659-24B2-BF68A0AA24E9}"/>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9D95371A-1517-50C1-061F-0986FA6C6616}"/>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C606318E-9F6F-B403-231A-14EBF5CB6B32}"/>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5A78C051-5FCA-1475-8BA9-6F383B2E6FE6}"/>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C3C0B04B-591D-0D5C-8BCA-6C72A2ED074A}"/>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00EBE1C8-D6E6-D362-902D-386A2B816DF5}"/>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E4256836-F2FA-B0A1-B78C-682B9969E2E9}"/>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DE8B387B-50F0-98F1-ECBD-441F98D285D0}"/>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2EEFEBF4-89A4-4C97-AE6A-B598E4146B1A}"/>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F58A7E79-5188-8B54-60B7-6B955797470B}"/>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F07AE60F-290B-1B25-1BAC-EE710CFFEE11}"/>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B73A3744-152F-E763-A393-CDE2DF954C6F}"/>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E6210C9E-9C84-28B0-BA42-1AFE021B49C2}"/>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BF0FC1C4-5A63-E301-6319-4CF7861F305C}"/>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C0FA4EA1-DCDB-6AB5-F962-5A22AA4AD904}"/>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D2EC2BD0-7CB5-DB40-5496-79240D39FC0A}"/>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5E4F83B5-528E-25A1-595F-64CA9FCF82D9}"/>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57A73865-087E-477E-7C1C-44DFBA8CCC87}"/>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C3547521-B619-39FF-9017-CA22DC37CB1D}"/>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2F525B4D-BEB9-4581-6DE4-C45A23408286}"/>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B9C6EE2D-AEF9-CFFE-B67E-4CC1D107E5DD}"/>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F9A64A36-235E-F7C5-E713-8EF39D097A9F}"/>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F3F12E75-F823-4EAC-7BB6-653EDBDA9A3E}"/>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2D3FE52A-985A-2442-4E59-CF7FAFFBD670}"/>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0046BDC0-EE8F-CFF0-0B93-6574E2F181D2}"/>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507EBF1A-A35D-D695-B4D5-BCF7FB14934A}"/>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7DA8F156-008B-6FDF-3D46-1B04DBA24CBC}"/>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718D9D42-CFD3-CC83-3F7F-C1573973003D}"/>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A131CA21-ED7F-25E5-04BF-897B5F319A96}"/>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BA3AAFA8-9C91-5A4A-C766-5C660C8DB61F}"/>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68DCE97E-DB93-FC85-C51E-5CEEDA8D5516}"/>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187394E3-C909-CE13-DCEF-2D03E3D1F089}"/>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53B275DA-51A5-093A-1A48-EC63BB7057FB}"/>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0EDFB5F5-036F-CE56-3E90-B4A7A09D459C}"/>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DFC4B6F6-C66F-DDD6-53F4-98CD6ADF857A}"/>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4002C4E7-1E95-7536-F791-7EAE5B463A86}"/>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9A7DAA81-B0C7-6AE8-2E86-B139DE7921D5}"/>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07D7BB44-5BB7-CDE8-49BF-6E9B066351A4}"/>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E513FD62-87F5-4EDE-B3CF-3927FF36805B}"/>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956DB671-0E2C-C9B6-ED45-C56EEA97564D}"/>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C2CEAF3D-70FE-15F3-1C40-0CDD49160952}"/>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1587B074-D7BD-979F-E073-F8DBF7E28FD5}"/>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C16C49FB-E80E-6DFC-E71C-4832A60D4C32}"/>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B7655AE2-1D62-811C-C0D6-81EA987CBDBC}"/>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F4F01A6B-7D83-5604-6EFC-9E8229D72862}"/>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518D7066-7F8A-B0FE-F772-9FF98161A9F0}"/>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2670B9C0-8324-23C5-984B-C478865BBCB9}"/>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AACCC0EC-19C0-76E4-A657-40973A8FF0E0}"/>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482434E5-9769-1306-8984-67BE0AAA5425}"/>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AF280F1C-DEE7-3C7A-5F51-B826AE13D0FC}"/>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44D72E01-DE4B-1584-021C-A4C7C51E7066}"/>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2A160003-B455-46B9-66C9-A6C0B279FB27}"/>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182B6D64-D3DE-EA7F-381B-903896A936F8}"/>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AD8D1CD5-6EC7-8016-9B99-79D1C7AE9336}"/>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91FF0A08-72C5-FB54-B58B-7DA64A51299E}"/>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D8698BA1-26F4-FFF0-3FC0-236291F2941E}"/>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F288494C-F6AB-5B07-E044-74028E5B3864}"/>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CBF77548-D7BF-A84B-52E9-C367892E7428}"/>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A09A2414-3CB0-EB33-EAA4-A86E07729D7F}"/>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323AB0E6-3BC8-A1C6-BCB7-0421A8C2FB30}"/>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DA74D20A-FCB9-F541-7D24-5059F7828A7A}"/>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4FE2A45D-3BD3-5BD4-7909-517D364E7CF2}"/>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803E383F-0C0E-F4DF-C94B-9F2A054BC1E7}"/>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75DA8821-E742-8F6A-FF6F-C2BA3820CE33}"/>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6565FF4D-03F7-2D61-2B82-BB9DC1772E9B}"/>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65C5A266-7A99-958A-F799-E880F682373A}"/>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7AF35D6D-AD66-2610-BF17-D1942207D6DA}"/>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F906DB4A-9472-8201-ECA5-B77DDDF39C8F}"/>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A81D23E7-D5A0-6D43-50DD-05E682FB7E7B}"/>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B7E2CA62-1099-C9BF-94D0-B9CE9C40C5D4}"/>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FA101F15-B0F5-1285-0504-E4A8CA5C8E26}"/>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462F6282-72B0-4ABD-1E47-3256609FBB36}"/>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3AB447FC-6E5B-3903-4F2A-683D485EDE93}"/>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6AE0598F-48C7-65D1-EB17-E4CEFC322C98}"/>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C79F0C28-895C-B6D9-F00B-FB8A02DB4FB0}"/>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901B44D4-FB9A-AE2C-55E2-2C3A02D6D49B}"/>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10C60DB0-BEC0-BBC3-DD71-AE2BE5F8D3D7}"/>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2F5CF510-AE4C-3C22-3E5C-FD6A606D8697}"/>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5BC2D5B3-D51F-2D71-AFC4-274F20E2CB7B}"/>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8A9A4A45-BC00-B6D4-24D8-5B7AC174448E}"/>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84AEE78C-FD5D-82A9-BA43-1A814B292522}"/>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5F89A2B9-8505-59AE-EF32-B5293BF1834D}"/>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EDD3EE0F-FB83-FE38-7867-1CE667DAC1A3}"/>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2A229A4D-2951-40C1-012F-9ABCDC88047C}"/>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50430F43-4A9D-0444-1266-642A51B66DF9}"/>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5DC117E2-3BF3-1BC9-2691-C00C812FAFBD}"/>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03BEF4DF-F8F6-7D76-BBBA-2CA329928058}"/>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60F61E56-F2AF-FAC1-A9FC-6CCD33C8506C}"/>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27B074E4-1358-2976-BC65-8915870C1109}"/>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AF008805-EE73-BF73-B6B1-640C2FF845AB}"/>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CEA0BB83-1F94-AC53-4A0D-A75C1C1F6445}"/>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80EE1AC5-0DE6-7282-B08A-E32DACA00AD3}"/>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8C73B0C7-C4BB-ED11-7EE6-1A8A569BB13C}"/>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8BBA97E9-9B30-9E2C-7768-79B0AF0D5202}"/>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3D35DF73-D85B-FED3-92E3-A835805593FA}"/>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CB998C46-43A8-C570-5DD3-E4FF63C3EC56}"/>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C83F9098-7548-42CC-850B-F2706AB2A2DD}"/>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C6C3320A-BBE1-5795-9338-E3801BECC470}"/>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C0F40E4F-6A94-4D88-CB27-EE3FFC064FC0}"/>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2BC5487D-1409-4141-30C2-5D068E615D44}"/>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AB2D36CA-36C5-A11B-A9B2-415D497C6232}"/>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F9A2A3B3-88EF-EA86-6086-4A8B392D45C5}"/>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4DBB92F0-118A-765B-FF1D-554E60A78BE1}"/>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81B756A5-3CDD-C94C-581F-9F8D6702F706}"/>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4AC440A3-E09D-AAEF-A612-759E2289E243}"/>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F22563AB-F508-5900-F995-80736E78A112}"/>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5F86CFAA-2BB0-6003-D5F4-2AAB1A9AC6FE}"/>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1D10D55D-CB82-131D-1842-F377A8E02EE0}"/>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C39E76EC-D35D-D5E8-8DDE-392046FBE47B}"/>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51BC990C-895A-1ECE-B2B1-CFD422805C25}"/>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47BACD2D-F733-B0D7-7C5F-49F36A7FA4D1}"/>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3B9E6856-D9F8-F834-AE3D-5467CBB2CF95}"/>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E961381B-AB29-0FB2-2C38-77C312627AED}"/>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49A47BF5-4D97-6D16-358A-F41447091C46}"/>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18DE4531-CF11-A409-6322-FD776FB902E1}"/>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CA3C014F-0B17-A0D0-2AAA-7FC895157680}"/>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7542BDB7-B959-44DE-0C61-BFE06C73005E}"/>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A8345514-C824-DFD8-065E-F4B9B71343F6}"/>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27230333-22EA-06CA-1FB1-6B2ECD97A070}"/>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D18C46AE-27F7-B1E7-4BE0-FA04D13895F9}"/>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E2935505-7448-1486-E59F-A4EA2FDFF48F}"/>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61CC5BBE-6863-96F2-C8B6-388DCF3A4BA3}"/>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01EAF8A7-7240-429B-FD52-D3417AD1B0D3}"/>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EC381150-8851-29C1-E5E9-7D2C92ECDC90}"/>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0AD8B013-3831-0C7B-411B-7A82EBA657D8}"/>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580FD149-C5D9-10CF-B46E-E9A016DDE7D0}"/>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C9E1723E-B513-FD4F-2BEF-E9F32C86AA8E}"/>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37B189FD-0ABE-3641-F85F-00647E4C6C21}"/>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00522FE6-647B-5BC8-0798-EA94417A50D3}"/>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8C4DEA15-6871-408A-2993-389736322B9F}"/>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C7A11558-0CAA-DE3D-C007-1BDAD10054AC}"/>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6F664684-D831-74D8-427D-BA0343F9F438}"/>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F3DCEFAD-A882-51E4-39EB-312A746470D2}"/>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D931684F-FC6F-C07A-601B-DC7F022032F5}"/>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604E657A-24E4-6C9A-C860-5A0DFDCA0407}"/>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5222AEC2-AD92-10CE-E63E-1849CE85C6DB}"/>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F5DCC37E-5E8B-B703-4B0E-F8327804C572}"/>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D222DEFB-B3F2-A4BC-2E14-064E1409E5A1}"/>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D0814B1C-065C-27AE-F70E-F371DA5D213D}"/>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354FC508-6F29-5E42-5A2D-07F07E82D3C7}"/>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B8B435DB-567E-1F1C-2152-6CBBB9CE2084}"/>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35AC3D52-1EC8-AF07-1EF6-9127ED34893F}"/>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D0B227FA-D433-400B-3CED-C22228C11512}"/>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487A2D82-8273-FD46-90EC-F58538B445B8}"/>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8330129B-39ED-15E9-C29B-243677B5D5A5}"/>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7DABA501-D0F4-2D91-E8E4-40B3D9A33CE3}"/>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A5F3A8C8-66F1-B64E-E713-87496DE9D3AC}"/>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AC400094-5B80-9C87-EFB4-A6535B2A51F3}"/>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CEC9D90E-0248-3D16-5407-EE0600BA861D}"/>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ED8D221B-476D-3F9F-6877-E5A1E016F0C9}"/>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6E359A0F-4C01-0828-559A-26A50DBE053D}"/>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06506CFD-9B82-CD3D-5E9A-ADD1E0BA6227}"/>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E7B290B5-6354-63E1-3F9F-63463F3E74E1}"/>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21AFF7BA-C14F-5694-0365-D5C30BE29314}"/>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8E2E9DB5-5C9B-62ED-7492-44A95D7B155A}"/>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911E585F-58FC-B3BA-0604-DAAA292D3152}"/>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28E5BCB6-2F37-DD5A-2B87-84B236F7C180}"/>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F9165D7D-0B1B-9049-DD5C-093CAF42F084}"/>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38600525-8CE3-B73F-530D-8F27A8697E7C}"/>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D9CFFBA7-01C8-F11E-6B64-E8E59A825634}"/>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D044040D-B0A9-6CA9-46D2-F20D31F8CD9B}"/>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419321EB-F7EA-B5FE-68CD-4EE8F469DA93}"/>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83BA8243-C62D-5740-618E-0D1A9C151105}"/>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C0BFC63D-D4E5-C5D9-3592-6BC66FFF3343}"/>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B97ED8B1-A7BA-F899-76A5-0AF9215EF0D9}"/>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27D6725C-11D6-B225-330F-B8262AAB9904}"/>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2F6CD3AC-B7CC-2ED6-A620-55BEC0DC0F63}"/>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BD3A45B0-F08E-F9F0-9EE4-4A09D799D69B}"/>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D1B33B5A-0065-053F-E515-7EE1493ECC85}"/>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3876D64B-40E8-8F8C-0CB1-A7A9FEB7994F}"/>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AEB7B381-E053-3B5A-F1B5-336198C78490}"/>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5523CB88-621F-A4B6-15DB-1294880B9714}"/>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D5DBCA60-A1B6-161E-0E62-17FD40684568}"/>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DFB498E8-FA35-D54F-AE69-049AC9CD3AAD}"/>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483B426E-B91C-7FFB-3FD0-1D2AB8A1863E}"/>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3BD5FEAE-BF4E-F7F1-B86A-610426228BA2}"/>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700D0143-11D9-B042-B3D9-78702984A6B1}"/>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32252367-548E-5B50-C9F1-B9D81E8F3F49}"/>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FC72F893-EF70-5A84-0B45-8EABEF649EA5}"/>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AF50774D-33EC-C396-FDD6-CBF8873EA980}"/>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5D84A1BC-56B2-851B-81F9-851D1E9CD5E4}"/>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797B3F87-B600-A238-979B-21DDDE780C62}"/>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B946C9EC-A60E-B690-0FA9-7E735E9E310D}"/>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B5F102E3-7156-42FD-77F6-AF088617DC2A}"/>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C59E371F-1046-A09F-5162-6BE1F2292B47}"/>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79DAD2F3-B0D5-1435-C55B-25E3D85A76C7}"/>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110969D5-B95C-8745-975F-3612ED36C58E}"/>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99E2350B-670E-673C-165B-088978DC09F4}"/>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2CCCF7BD-BED0-7EB7-BD79-C22851AAAC1E}"/>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F00F1176-B175-BFC0-1BB3-B1E8E04D6DC1}"/>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6BF5677B-E6CE-1779-EB65-C608F7000010}"/>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B80A0F9C-EB71-71B4-A64E-1FE97FE434FC}"/>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4C7C73AC-E806-C4B5-1900-78A909F14C46}"/>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EA1FBD85-2FF3-B2BC-C52B-841F4DE95B3A}"/>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5FD0FFE5-9825-2C2D-FD76-1AA9F6DB0F0E}"/>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DEE3A474-6FE6-883C-525C-714FEBA5BB9E}"/>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D3693BFE-B88D-93C8-B91D-62998E5C731A}"/>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7A28F25C-1DFE-66B1-9536-E446AB9FF7DB}"/>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FEA8BE0B-2037-5E0D-D0B2-E99A6D751FFC}"/>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45653A85-C599-CE2E-28F7-DD1AF959A850}"/>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353DA40D-C16F-29DC-F493-4DF2878C7292}"/>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A9EF14A2-4222-B261-465B-4E0623ABD7E6}"/>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4F0ABFD4-EEAE-9882-102E-D7A5E8C89ABA}"/>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F3684E14-DE23-C7D2-86FD-308D34F18B40}"/>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79DFC86A-DC56-FE80-A6DF-14C213145292}"/>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F72FB043-8C24-7B57-6AEF-D28DE5A8176C}"/>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B640D881-2471-66A7-9C66-4F9B3AA14A77}"/>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29761039-9AE6-0C1E-DBE3-2394D1618C59}"/>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B383822F-D8DE-B82A-880F-AC043702B2EE}"/>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9ACA66B8-D455-6300-50BE-37A9BBA6D16B}"/>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D080598F-5C3F-64D6-825F-42E02A6654DB}"/>
              </a:ext>
            </a:extLst>
          </p:cNvPr>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a:t>
            </a:r>
            <a:r>
              <a:rPr lang="en-US" sz="933" b="1" kern="0" spc="400" dirty="0">
                <a:solidFill>
                  <a:srgbClr val="00C8E8"/>
                </a:solidFill>
                <a:latin typeface="Calibri" pitchFamily="34" charset="0"/>
                <a:ea typeface="Calibri" pitchFamily="34" charset="-122"/>
                <a:cs typeface="Calibri" pitchFamily="34" charset="-120"/>
              </a:rPr>
              <a:t>FRAMEWORK 2</a:t>
            </a:r>
            <a:endParaRPr lang="en-US" sz="933" dirty="0">
              <a:solidFill>
                <a:prstClr val="black"/>
              </a:solidFill>
            </a:endParaRPr>
          </a:p>
        </p:txBody>
      </p:sp>
      <p:sp>
        <p:nvSpPr>
          <p:cNvPr id="283" name="Text 281">
            <a:extLst>
              <a:ext uri="{FF2B5EF4-FFF2-40B4-BE49-F238E27FC236}">
                <a16:creationId xmlns:a16="http://schemas.microsoft.com/office/drawing/2014/main" id="{BAC7407F-5588-14C9-049A-E1ADF1A5DB97}"/>
              </a:ext>
            </a:extLst>
          </p:cNvPr>
          <p:cNvSpPr/>
          <p:nvPr/>
        </p:nvSpPr>
        <p:spPr>
          <a:xfrm>
            <a:off x="548640" y="2336327"/>
            <a:ext cx="6150525"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Framework 2 : </a:t>
            </a:r>
          </a:p>
          <a:p>
            <a:pPr lvl="0" defTabSz="1219170"/>
            <a:r>
              <a:rPr lang="en-US" sz="3200" b="1" dirty="0">
                <a:solidFill>
                  <a:srgbClr val="FFFFFF"/>
                </a:solidFill>
                <a:latin typeface="Calibri" pitchFamily="34" charset="0"/>
                <a:ea typeface="Calibri" pitchFamily="34" charset="-122"/>
                <a:cs typeface="Calibri" pitchFamily="34" charset="-120"/>
              </a:rPr>
              <a:t>Buffered A*</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4" name="Shape 282">
            <a:extLst>
              <a:ext uri="{FF2B5EF4-FFF2-40B4-BE49-F238E27FC236}">
                <a16:creationId xmlns:a16="http://schemas.microsoft.com/office/drawing/2014/main" id="{D5B392BA-C7A0-1214-EF52-A6B2302C5A06}"/>
              </a:ext>
            </a:extLst>
          </p:cNvPr>
          <p:cNvSpPr/>
          <p:nvPr/>
        </p:nvSpPr>
        <p:spPr>
          <a:xfrm>
            <a:off x="616374" y="3584788"/>
            <a:ext cx="365760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7DD3F277-B051-8EFA-DFB2-ADB855C3AE79}"/>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D2150104-1707-1807-0402-186ECA262E41}"/>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55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0485E72F-E9DA-B4D3-0F9A-603041E35A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B1DAAB9-12B5-32DD-D58E-AE3517B03E03}"/>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AA0724C2-DD47-D95D-1E48-EA289768679C}"/>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Fly Zone Creation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5DB25E37-8035-ECDD-7447-1BB1BD9C7CA3}"/>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033ADE53-F81F-708A-4842-83811C74667A}"/>
              </a:ext>
            </a:extLst>
          </p:cNvPr>
          <p:cNvGrpSpPr/>
          <p:nvPr/>
        </p:nvGrpSpPr>
        <p:grpSpPr>
          <a:xfrm>
            <a:off x="6530851" y="1352252"/>
            <a:ext cx="5547360" cy="3624612"/>
            <a:chOff x="6483773" y="1517905"/>
            <a:chExt cx="5547360" cy="3624612"/>
          </a:xfrm>
        </p:grpSpPr>
        <p:sp>
          <p:nvSpPr>
            <p:cNvPr id="26" name="Shape 24">
              <a:extLst>
                <a:ext uri="{FF2B5EF4-FFF2-40B4-BE49-F238E27FC236}">
                  <a16:creationId xmlns:a16="http://schemas.microsoft.com/office/drawing/2014/main" id="{F26BB4D7-671B-268F-0DE3-DB819F8A4C84}"/>
                </a:ext>
              </a:extLst>
            </p:cNvPr>
            <p:cNvSpPr/>
            <p:nvPr/>
          </p:nvSpPr>
          <p:spPr>
            <a:xfrm>
              <a:off x="6483773" y="1517905"/>
              <a:ext cx="5547360" cy="362461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62E602DC-281B-EC18-53BE-52C70FA5C3CB}"/>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3127FB7C-C89E-33E9-C088-BE24D00CAE16}"/>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1639EDDB-92DF-1B73-0C65-477C53B23891}"/>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7553B9F9-DBEF-B253-7BA2-97C86D7E8BE3}"/>
                </a:ext>
              </a:extLst>
            </p:cNvPr>
            <p:cNvSpPr/>
            <p:nvPr/>
          </p:nvSpPr>
          <p:spPr>
            <a:xfrm>
              <a:off x="6727613" y="2127504"/>
              <a:ext cx="107526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8F2DB491-941D-C79F-1FF9-ED96105ECE25}"/>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Read 3d_structure (text grid)</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7A0D0805-EF95-175D-5404-C69D5CB63CD7}"/>
                </a:ext>
              </a:extLst>
            </p:cNvPr>
            <p:cNvGrpSpPr/>
            <p:nvPr/>
          </p:nvGrpSpPr>
          <p:grpSpPr>
            <a:xfrm>
              <a:off x="6605693" y="2688336"/>
              <a:ext cx="5120640" cy="664464"/>
              <a:chOff x="6605693" y="2688336"/>
              <a:chExt cx="5120640" cy="512064"/>
            </a:xfrm>
          </p:grpSpPr>
          <p:sp>
            <p:nvSpPr>
              <p:cNvPr id="32" name="Shape 30">
                <a:extLst>
                  <a:ext uri="{FF2B5EF4-FFF2-40B4-BE49-F238E27FC236}">
                    <a16:creationId xmlns:a16="http://schemas.microsoft.com/office/drawing/2014/main" id="{18F4DA56-2FC5-4A24-A3C4-997912163F58}"/>
                  </a:ext>
                </a:extLst>
              </p:cNvPr>
              <p:cNvSpPr/>
              <p:nvPr/>
            </p:nvSpPr>
            <p:spPr>
              <a:xfrm>
                <a:off x="6605693" y="2688336"/>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5F76B62E-C240-0B7D-7EC0-B389F1F554EE}"/>
                  </a:ext>
                </a:extLst>
              </p:cNvPr>
              <p:cNvSpPr/>
              <p:nvPr/>
            </p:nvSpPr>
            <p:spPr>
              <a:xfrm>
                <a:off x="6727613" y="2688336"/>
                <a:ext cx="8923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Clean</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6A310F18-8D57-CDDC-1C01-99174EE1BE6D}"/>
                  </a:ext>
                </a:extLst>
              </p:cNvPr>
              <p:cNvSpPr/>
              <p:nvPr/>
            </p:nvSpPr>
            <p:spPr>
              <a:xfrm>
                <a:off x="7924800" y="2688336"/>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Replace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NoData</a:t>
                </a: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a:t>
                </a:r>
                <a:r>
                  <a:rPr kumimoji="0" lang="en-US" sz="1333"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NaN</a:t>
                </a:r>
                <a:r>
                  <a:rPr kumimoji="0" lang="en-US" sz="1333"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inf with 0</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67250E00-2023-7CE3-ECFD-9DBEE7BAFC77}"/>
                </a:ext>
              </a:extLst>
            </p:cNvPr>
            <p:cNvGrpSpPr/>
            <p:nvPr/>
          </p:nvGrpSpPr>
          <p:grpSpPr>
            <a:xfrm>
              <a:off x="6600613" y="3428997"/>
              <a:ext cx="5120640" cy="762001"/>
              <a:chOff x="6605693" y="3249168"/>
              <a:chExt cx="5120640" cy="512065"/>
            </a:xfrm>
          </p:grpSpPr>
          <p:sp>
            <p:nvSpPr>
              <p:cNvPr id="35" name="Shape 33">
                <a:extLst>
                  <a:ext uri="{FF2B5EF4-FFF2-40B4-BE49-F238E27FC236}">
                    <a16:creationId xmlns:a16="http://schemas.microsoft.com/office/drawing/2014/main" id="{ED50D47A-56A0-AED8-5DCA-C2D6BA1889EB}"/>
                  </a:ext>
                </a:extLst>
              </p:cNvPr>
              <p:cNvSpPr/>
              <p:nvPr/>
            </p:nvSpPr>
            <p:spPr>
              <a:xfrm>
                <a:off x="6605693" y="3249169"/>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3F81AAA4-28DE-EC95-7EDC-0E600967C5ED}"/>
                  </a:ext>
                </a:extLst>
              </p:cNvPr>
              <p:cNvSpPr/>
              <p:nvPr/>
            </p:nvSpPr>
            <p:spPr>
              <a:xfrm>
                <a:off x="6727613" y="3249168"/>
                <a:ext cx="97738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Buffer</a:t>
                </a:r>
              </a:p>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Buildings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31FF16D2-F212-CD2C-CD20-B69B1DFD8899}"/>
                  </a:ext>
                </a:extLst>
              </p:cNvPr>
              <p:cNvSpPr/>
              <p:nvPr/>
            </p:nvSpPr>
            <p:spPr>
              <a:xfrm>
                <a:off x="7921749" y="3293533"/>
                <a:ext cx="3679613" cy="3932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prstClr val="white"/>
                    </a:solidFill>
                    <a:effectLst/>
                    <a:uLnTx/>
                    <a:uFillTx/>
                    <a:latin typeface="Calibri" panose="020F0502020204030204"/>
                    <a:ea typeface="+mn-ea"/>
                    <a:cs typeface="+mn-cs"/>
                  </a:rPr>
                  <a:t>Max-filter H over horizontal-buffer footprint → local max building height</a:t>
                </a:r>
              </a:p>
            </p:txBody>
          </p:sp>
        </p:grpSp>
        <p:grpSp>
          <p:nvGrpSpPr>
            <p:cNvPr id="57" name="Group 56">
              <a:extLst>
                <a:ext uri="{FF2B5EF4-FFF2-40B4-BE49-F238E27FC236}">
                  <a16:creationId xmlns:a16="http://schemas.microsoft.com/office/drawing/2014/main" id="{90372028-1AC8-27F7-C006-990B4DA9E2C5}"/>
                </a:ext>
              </a:extLst>
            </p:cNvPr>
            <p:cNvGrpSpPr/>
            <p:nvPr/>
          </p:nvGrpSpPr>
          <p:grpSpPr>
            <a:xfrm>
              <a:off x="6600613" y="4265674"/>
              <a:ext cx="5120640" cy="714753"/>
              <a:chOff x="6605693" y="3809999"/>
              <a:chExt cx="5120640" cy="714753"/>
            </a:xfrm>
          </p:grpSpPr>
          <p:sp>
            <p:nvSpPr>
              <p:cNvPr id="38" name="Shape 36">
                <a:extLst>
                  <a:ext uri="{FF2B5EF4-FFF2-40B4-BE49-F238E27FC236}">
                    <a16:creationId xmlns:a16="http://schemas.microsoft.com/office/drawing/2014/main" id="{F84FBE95-1DCB-3DE9-DBD7-D8BC660579BD}"/>
                  </a:ext>
                </a:extLst>
              </p:cNvPr>
              <p:cNvSpPr/>
              <p:nvPr/>
            </p:nvSpPr>
            <p:spPr>
              <a:xfrm>
                <a:off x="6605693" y="3809999"/>
                <a:ext cx="5120640" cy="714753"/>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B1CF1217-C25D-3ADD-F0DC-7F2027445B50}"/>
                  </a:ext>
                </a:extLst>
              </p:cNvPr>
              <p:cNvSpPr/>
              <p:nvPr/>
            </p:nvSpPr>
            <p:spPr>
              <a:xfrm>
                <a:off x="6727613" y="3810000"/>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Formula</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29E939F1-93D4-F175-065A-8F27C1A2A83F}"/>
                  </a:ext>
                </a:extLst>
              </p:cNvPr>
              <p:cNvSpPr/>
              <p:nvPr/>
            </p:nvSpPr>
            <p:spPr>
              <a:xfrm>
                <a:off x="7921748" y="389517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i,j</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]=max(</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ground_clearance,max</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H[k]+</a:t>
                </a:r>
                <a:r>
                  <a:rPr kumimoji="0" lang="en-US" sz="1050" b="0"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rooftop_clearance</a:t>
                </a:r>
                <a:r>
                  <a:rPr kumimoji="0" lang="en-US" sz="105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0C53B3E6-5BB1-871A-5C73-4E7A7FF6BA9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34313559-28DD-ED38-1191-A65376C694E7}"/>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Shape 24">
            <a:extLst>
              <a:ext uri="{FF2B5EF4-FFF2-40B4-BE49-F238E27FC236}">
                <a16:creationId xmlns:a16="http://schemas.microsoft.com/office/drawing/2014/main" id="{6189FA5D-EF86-EE0E-E35E-819400EEB245}"/>
              </a:ext>
            </a:extLst>
          </p:cNvPr>
          <p:cNvSpPr/>
          <p:nvPr/>
        </p:nvSpPr>
        <p:spPr>
          <a:xfrm>
            <a:off x="6530851" y="5136716"/>
            <a:ext cx="5547360" cy="860782"/>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C8B25937-B617-738D-3BCA-00711F080882}"/>
              </a:ext>
            </a:extLst>
          </p:cNvPr>
          <p:cNvSpPr/>
          <p:nvPr/>
        </p:nvSpPr>
        <p:spPr>
          <a:xfrm>
            <a:off x="6647691" y="5221671"/>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FE24CF06-B3A5-AAB9-92F3-B81221C2765F}"/>
              </a:ext>
            </a:extLst>
          </p:cNvPr>
          <p:cNvSpPr/>
          <p:nvPr/>
        </p:nvSpPr>
        <p:spPr>
          <a:xfrm>
            <a:off x="6647691" y="5359658"/>
            <a:ext cx="517143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 : 3d_structure_nfz10.csv  (min safe altitude m/cell)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 : 3d_structure_height.csv (original)</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B94185B5-6DC2-D743-2699-A7917595ED61}"/>
              </a:ext>
            </a:extLst>
          </p:cNvPr>
          <p:cNvGrpSpPr/>
          <p:nvPr/>
        </p:nvGrpSpPr>
        <p:grpSpPr>
          <a:xfrm>
            <a:off x="462282" y="1383888"/>
            <a:ext cx="5880610" cy="2098735"/>
            <a:chOff x="7802880" y="1889760"/>
            <a:chExt cx="3840480" cy="999744"/>
          </a:xfrm>
        </p:grpSpPr>
        <p:sp>
          <p:nvSpPr>
            <p:cNvPr id="10" name="Shape 3">
              <a:extLst>
                <a:ext uri="{FF2B5EF4-FFF2-40B4-BE49-F238E27FC236}">
                  <a16:creationId xmlns:a16="http://schemas.microsoft.com/office/drawing/2014/main" id="{B20B28D3-001F-DF3D-9E4F-37164BFC5336}"/>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4">
              <a:extLst>
                <a:ext uri="{FF2B5EF4-FFF2-40B4-BE49-F238E27FC236}">
                  <a16:creationId xmlns:a16="http://schemas.microsoft.com/office/drawing/2014/main" id="{97A4F4B9-2CF8-A803-438F-D67D838A03FA}"/>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5">
              <a:extLst>
                <a:ext uri="{FF2B5EF4-FFF2-40B4-BE49-F238E27FC236}">
                  <a16:creationId xmlns:a16="http://schemas.microsoft.com/office/drawing/2014/main" id="{5F218131-8E0E-28A6-88BB-D5818F15E0D8}"/>
                </a:ext>
              </a:extLst>
            </p:cNvPr>
            <p:cNvSpPr/>
            <p:nvPr/>
          </p:nvSpPr>
          <p:spPr>
            <a:xfrm>
              <a:off x="8046720" y="1938528"/>
              <a:ext cx="3413760" cy="198901"/>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Calibri" panose="020F0502020204030204"/>
                  <a:ea typeface="+mn-ea"/>
                  <a:cs typeface="+mn-cs"/>
                </a:rPr>
                <a:t>Concept</a:t>
              </a:r>
            </a:p>
          </p:txBody>
        </p:sp>
      </p:grpSp>
      <p:grpSp>
        <p:nvGrpSpPr>
          <p:cNvPr id="14" name="Group 13">
            <a:extLst>
              <a:ext uri="{FF2B5EF4-FFF2-40B4-BE49-F238E27FC236}">
                <a16:creationId xmlns:a16="http://schemas.microsoft.com/office/drawing/2014/main" id="{34C56602-4F0D-F1C6-B23B-730541E0AC17}"/>
              </a:ext>
            </a:extLst>
          </p:cNvPr>
          <p:cNvGrpSpPr/>
          <p:nvPr/>
        </p:nvGrpSpPr>
        <p:grpSpPr>
          <a:xfrm>
            <a:off x="462281" y="3661672"/>
            <a:ext cx="5875530" cy="2854952"/>
            <a:chOff x="7802880" y="4084320"/>
            <a:chExt cx="3840480" cy="999744"/>
          </a:xfrm>
        </p:grpSpPr>
        <p:sp>
          <p:nvSpPr>
            <p:cNvPr id="15" name="Shape 11">
              <a:extLst>
                <a:ext uri="{FF2B5EF4-FFF2-40B4-BE49-F238E27FC236}">
                  <a16:creationId xmlns:a16="http://schemas.microsoft.com/office/drawing/2014/main" id="{EB1B88FE-655B-6512-111F-54C37BF138A5}"/>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a:extLst>
                <a:ext uri="{FF2B5EF4-FFF2-40B4-BE49-F238E27FC236}">
                  <a16:creationId xmlns:a16="http://schemas.microsoft.com/office/drawing/2014/main" id="{122E38CC-D0EF-7614-AA13-38317E8639E0}"/>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3">
              <a:extLst>
                <a:ext uri="{FF2B5EF4-FFF2-40B4-BE49-F238E27FC236}">
                  <a16:creationId xmlns:a16="http://schemas.microsoft.com/office/drawing/2014/main" id="{0905197B-1486-D185-504C-98DF73F7EF48}"/>
                </a:ext>
              </a:extLst>
            </p:cNvPr>
            <p:cNvSpPr/>
            <p:nvPr/>
          </p:nvSpPr>
          <p:spPr>
            <a:xfrm>
              <a:off x="8046720" y="4133088"/>
              <a:ext cx="3413760" cy="22454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Approximation assumptions </a:t>
              </a:r>
            </a:p>
          </p:txBody>
        </p:sp>
        <p:sp>
          <p:nvSpPr>
            <p:cNvPr id="18" name="Text 14">
              <a:extLst>
                <a:ext uri="{FF2B5EF4-FFF2-40B4-BE49-F238E27FC236}">
                  <a16:creationId xmlns:a16="http://schemas.microsoft.com/office/drawing/2014/main" id="{12DC6ED3-26F3-490D-C17F-53C80EA804FF}"/>
                </a:ext>
              </a:extLst>
            </p:cNvPr>
            <p:cNvSpPr/>
            <p:nvPr/>
          </p:nvSpPr>
          <p:spPr>
            <a:xfrm>
              <a:off x="8046720" y="4357636"/>
              <a:ext cx="3413760" cy="665468"/>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Uniform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horizontal_buffer_m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(sideways buffer),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rooftop_clearance_m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ground_clearance_m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(three parameters, not cuboid ±X/Y/+Z).</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Buffer built from raster cells, not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gridtoBlock</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cuboids.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Horizontal reach uses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cell_size_m</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and a conservative cell-intersection footprint.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cells: H &gt; 0; ground cells contribute only via ground clearance unless inside building buffer.</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Overlap in dense areas is implicit (max over neighborhood — conservative).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Static 2.5D field only; no curved corridors or dynamic rules.</a:t>
              </a:r>
            </a:p>
          </p:txBody>
        </p:sp>
      </p:grpSp>
      <p:sp>
        <p:nvSpPr>
          <p:cNvPr id="19" name="Text 14">
            <a:extLst>
              <a:ext uri="{FF2B5EF4-FFF2-40B4-BE49-F238E27FC236}">
                <a16:creationId xmlns:a16="http://schemas.microsoft.com/office/drawing/2014/main" id="{872A4678-1C50-6A7D-E9DA-316F0A7CEE2C}"/>
              </a:ext>
            </a:extLst>
          </p:cNvPr>
          <p:cNvSpPr/>
          <p:nvPr/>
        </p:nvSpPr>
        <p:spPr>
          <a:xfrm>
            <a:off x="788699" y="2006189"/>
            <a:ext cx="5222693" cy="1291480"/>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After building-height grid H is available (3d_structure or </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GeoTIFF</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compute forbidden/low-safe flight altitudes as matrix B per cell.</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Building influence: horizontal buffer around each positive-height cell; fly at least rooftop clearance above the tallest nearby building height.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Ground influence: cells not affected by buffered buildings get minimum altitude ground clearance (low-altitude NFZ analogue).</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Representation: one scalar B[</a:t>
            </a:r>
            <a:r>
              <a:rPr kumimoji="0" lang="en-US" sz="1300"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i,j</a:t>
            </a:r>
            <a:r>
              <a:rPr kumimoji="0" lang="en-US" sz="13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per raster cell (2.5D field), not axis-aligned 3D NFZ boxes.</a:t>
            </a:r>
          </a:p>
        </p:txBody>
      </p:sp>
    </p:spTree>
    <p:extLst>
      <p:ext uri="{BB962C8B-B14F-4D97-AF65-F5344CB8AC3E}">
        <p14:creationId xmlns:p14="http://schemas.microsoft.com/office/powerpoint/2010/main" val="474297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F5A61C09-87BB-F667-673C-CCC92B8A3ED9}"/>
            </a:ext>
          </a:extLst>
        </p:cNvPr>
        <p:cNvGrpSpPr/>
        <p:nvPr/>
      </p:nvGrpSpPr>
      <p:grpSpPr>
        <a:xfrm>
          <a:off x="0" y="0"/>
          <a:ext cx="0" cy="0"/>
          <a:chOff x="0" y="0"/>
          <a:chExt cx="0" cy="0"/>
        </a:xfrm>
      </p:grpSpPr>
      <p:sp>
        <p:nvSpPr>
          <p:cNvPr id="18" name="Shape 16">
            <a:extLst>
              <a:ext uri="{FF2B5EF4-FFF2-40B4-BE49-F238E27FC236}">
                <a16:creationId xmlns:a16="http://schemas.microsoft.com/office/drawing/2014/main" id="{3D30C197-DFFC-1A4C-FC9C-381648960C25}"/>
              </a:ext>
            </a:extLst>
          </p:cNvPr>
          <p:cNvSpPr/>
          <p:nvPr/>
        </p:nvSpPr>
        <p:spPr>
          <a:xfrm>
            <a:off x="63398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630F352C-4619-D39F-4C7A-45BA08E6B859}"/>
              </a:ext>
            </a:extLst>
          </p:cNvPr>
          <p:cNvPicPr>
            <a:picLocks noChangeAspect="1"/>
          </p:cNvPicPr>
          <p:nvPr/>
        </p:nvPicPr>
        <p:blipFill>
          <a:blip r:embed="rId3"/>
          <a:srcRect l="53000" t="13928"/>
          <a:stretch>
            <a:fillRect/>
          </a:stretch>
        </p:blipFill>
        <p:spPr>
          <a:xfrm>
            <a:off x="6400799" y="2422753"/>
            <a:ext cx="5147733" cy="4030140"/>
          </a:xfrm>
          <a:prstGeom prst="rect">
            <a:avLst/>
          </a:prstGeom>
        </p:spPr>
      </p:pic>
      <p:sp>
        <p:nvSpPr>
          <p:cNvPr id="2" name="Text 0">
            <a:extLst>
              <a:ext uri="{FF2B5EF4-FFF2-40B4-BE49-F238E27FC236}">
                <a16:creationId xmlns:a16="http://schemas.microsoft.com/office/drawing/2014/main" id="{3B902CF6-D11C-43E9-31E0-732B9B9A63E5}"/>
              </a:ext>
            </a:extLst>
          </p:cNvPr>
          <p:cNvSpPr/>
          <p:nvPr/>
        </p:nvSpPr>
        <p:spPr>
          <a:xfrm>
            <a:off x="548640" y="341376"/>
            <a:ext cx="4876800" cy="268224"/>
          </a:xfrm>
          <a:prstGeom prst="rect">
            <a:avLst/>
          </a:prstGeom>
          <a:noFill/>
          <a:ln/>
        </p:spPr>
        <p:txBody>
          <a:bodyPr wrap="square" lIns="0" tIns="0" rIns="0" bIns="0" rtlCol="0" anchor="ctr"/>
          <a:lstStyle/>
          <a:p>
            <a:pPr lvl="0" defTabSz="1219170"/>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a:t>
            </a:r>
            <a:r>
              <a:rPr lang="en-US" sz="933" b="1" kern="0" spc="400" dirty="0">
                <a:solidFill>
                  <a:srgbClr val="00C8E8"/>
                </a:solidFill>
                <a:latin typeface="Calibri" pitchFamily="34" charset="0"/>
                <a:ea typeface="Calibri" pitchFamily="34" charset="-122"/>
                <a:cs typeface="Calibri" pitchFamily="34" charset="-120"/>
              </a:rPr>
              <a:t>FRAMEWORK 2</a:t>
            </a:r>
            <a:endParaRPr lang="en-US" sz="933" dirty="0">
              <a:solidFill>
                <a:prstClr val="black"/>
              </a:solidFill>
            </a:endParaRPr>
          </a:p>
        </p:txBody>
      </p:sp>
      <p:sp>
        <p:nvSpPr>
          <p:cNvPr id="3" name="Text 1">
            <a:extLst>
              <a:ext uri="{FF2B5EF4-FFF2-40B4-BE49-F238E27FC236}">
                <a16:creationId xmlns:a16="http://schemas.microsoft.com/office/drawing/2014/main" id="{9740D0E2-982C-4EC9-DC65-FE529EEC771A}"/>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No Fly Zone Addition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9BB1E34B-109F-2ABC-AB58-6E00E85FB293}"/>
              </a:ext>
            </a:extLst>
          </p:cNvPr>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95BF0B60-265A-586E-F35E-16D8AB87FA7F}"/>
              </a:ext>
            </a:extLst>
          </p:cNvPr>
          <p:cNvSpPr/>
          <p:nvPr/>
        </p:nvSpPr>
        <p:spPr>
          <a:xfrm>
            <a:off x="548640" y="1828800"/>
            <a:ext cx="5303520" cy="4693920"/>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BF45179F-3734-6CF5-289B-D05C5269B920}"/>
              </a:ext>
            </a:extLst>
          </p:cNvPr>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4D58F52F-31B7-C178-4BBA-F40F45143294}"/>
              </a:ext>
            </a:extLst>
          </p:cNvPr>
          <p:cNvSpPr/>
          <p:nvPr/>
        </p:nvSpPr>
        <p:spPr>
          <a:xfrm>
            <a:off x="6705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733" b="1" kern="0" spc="267" dirty="0">
                <a:solidFill>
                  <a:srgbClr val="00C8E8"/>
                </a:solidFill>
                <a:latin typeface="Calibri" pitchFamily="34" charset="0"/>
                <a:ea typeface="Calibri" pitchFamily="34" charset="-122"/>
                <a:cs typeface="Calibri" pitchFamily="34" charset="-120"/>
              </a:rPr>
              <a:t>Original</a:t>
            </a:r>
            <a:r>
              <a:rPr kumimoji="0" lang="en-US" sz="1733"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 Geometry</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FA38079E-CC9E-EBDD-4CDF-8E6ED8809ACA}"/>
              </a:ext>
            </a:extLst>
          </p:cNvPr>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EEA6BBE6-AB7A-0807-CE0D-A994EE7D28BE}"/>
              </a:ext>
            </a:extLst>
          </p:cNvPr>
          <p:cNvSpPr/>
          <p:nvPr/>
        </p:nvSpPr>
        <p:spPr>
          <a:xfrm>
            <a:off x="6461760" y="1828800"/>
            <a:ext cx="499872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733" b="1" i="0" u="none" strike="noStrike" kern="0" cap="none" spc="267" normalizeH="0" baseline="0" noProof="0" dirty="0">
                <a:ln>
                  <a:noFill/>
                </a:ln>
                <a:solidFill>
                  <a:srgbClr val="8B5CF6"/>
                </a:solidFill>
                <a:effectLst/>
                <a:uLnTx/>
                <a:uFillTx/>
                <a:latin typeface="Calibri" pitchFamily="34" charset="0"/>
                <a:ea typeface="Calibri" pitchFamily="34" charset="-122"/>
                <a:cs typeface="Calibri" pitchFamily="34" charset="-120"/>
              </a:rPr>
              <a:t>No Fly Zone</a:t>
            </a:r>
            <a:endParaRPr kumimoji="0" lang="en-US" sz="1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FB18E8DD-9876-EB4A-486F-5E2A44837513}"/>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641E798E-9B1C-2D56-125C-5A5FD5BA3F7C}"/>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Arrow: Right 30">
            <a:extLst>
              <a:ext uri="{FF2B5EF4-FFF2-40B4-BE49-F238E27FC236}">
                <a16:creationId xmlns:a16="http://schemas.microsoft.com/office/drawing/2014/main" id="{FAD927CC-2FAE-1C36-2F1A-1219A4403DA3}"/>
              </a:ext>
            </a:extLst>
          </p:cNvPr>
          <p:cNvSpPr/>
          <p:nvPr/>
        </p:nvSpPr>
        <p:spPr>
          <a:xfrm>
            <a:off x="5740400" y="3894667"/>
            <a:ext cx="782320" cy="677333"/>
          </a:xfrm>
          <a:prstGeom prst="rightArrow">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4DB75EEC-5695-3A9B-8D25-967322EE7D30}"/>
              </a:ext>
            </a:extLst>
          </p:cNvPr>
          <p:cNvPicPr>
            <a:picLocks noChangeAspect="1"/>
          </p:cNvPicPr>
          <p:nvPr/>
        </p:nvPicPr>
        <p:blipFill>
          <a:blip r:embed="rId3"/>
          <a:srcRect l="2291" t="13745" r="50765"/>
          <a:stretch>
            <a:fillRect/>
          </a:stretch>
        </p:blipFill>
        <p:spPr>
          <a:xfrm>
            <a:off x="643467" y="2422752"/>
            <a:ext cx="5147733" cy="4030140"/>
          </a:xfrm>
          <a:prstGeom prst="rect">
            <a:avLst/>
          </a:prstGeom>
        </p:spPr>
      </p:pic>
    </p:spTree>
    <p:extLst>
      <p:ext uri="{BB962C8B-B14F-4D97-AF65-F5344CB8AC3E}">
        <p14:creationId xmlns:p14="http://schemas.microsoft.com/office/powerpoint/2010/main" val="3086053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6F685181-1933-B89F-BC85-C562F894093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790ED5-F681-D80A-BC82-6C554CD2384F}"/>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448A7D31-A500-C645-D3F8-41B5C83C8FA8}"/>
              </a:ext>
            </a:extLst>
          </p:cNvPr>
          <p:cNvSpPr/>
          <p:nvPr/>
        </p:nvSpPr>
        <p:spPr>
          <a:xfrm>
            <a:off x="548640" y="487678"/>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 Concept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E371F12C-6F0B-A2C4-FF0F-DDE1D72A9BE1}"/>
              </a:ext>
            </a:extLst>
          </p:cNvPr>
          <p:cNvSpPr/>
          <p:nvPr/>
        </p:nvSpPr>
        <p:spPr>
          <a:xfrm flipV="1">
            <a:off x="548639" y="1178629"/>
            <a:ext cx="6377093"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3" name="Group 62">
            <a:extLst>
              <a:ext uri="{FF2B5EF4-FFF2-40B4-BE49-F238E27FC236}">
                <a16:creationId xmlns:a16="http://schemas.microsoft.com/office/drawing/2014/main" id="{36842DC5-949A-D7D7-7E7D-28B8242083BB}"/>
              </a:ext>
            </a:extLst>
          </p:cNvPr>
          <p:cNvGrpSpPr/>
          <p:nvPr/>
        </p:nvGrpSpPr>
        <p:grpSpPr>
          <a:xfrm>
            <a:off x="6530851" y="1352251"/>
            <a:ext cx="5547360" cy="4373138"/>
            <a:chOff x="6483773" y="1517904"/>
            <a:chExt cx="5547360" cy="4373138"/>
          </a:xfrm>
        </p:grpSpPr>
        <p:sp>
          <p:nvSpPr>
            <p:cNvPr id="26" name="Shape 24">
              <a:extLst>
                <a:ext uri="{FF2B5EF4-FFF2-40B4-BE49-F238E27FC236}">
                  <a16:creationId xmlns:a16="http://schemas.microsoft.com/office/drawing/2014/main" id="{D9EF1389-D3ED-4977-1F40-CE6FD12DF48C}"/>
                </a:ext>
              </a:extLst>
            </p:cNvPr>
            <p:cNvSpPr/>
            <p:nvPr/>
          </p:nvSpPr>
          <p:spPr>
            <a:xfrm>
              <a:off x="6483773" y="1517904"/>
              <a:ext cx="5547360" cy="4373138"/>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a:extLst>
                <a:ext uri="{FF2B5EF4-FFF2-40B4-BE49-F238E27FC236}">
                  <a16:creationId xmlns:a16="http://schemas.microsoft.com/office/drawing/2014/main" id="{C012CD61-F9B7-EFCC-63B6-D44C54AE2999}"/>
                </a:ext>
              </a:extLst>
            </p:cNvPr>
            <p:cNvSpPr/>
            <p:nvPr/>
          </p:nvSpPr>
          <p:spPr>
            <a:xfrm>
              <a:off x="6605693" y="161544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IMPLEMENTATION</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6F709AAA-FE05-97DD-9609-367052C9C37B}"/>
                </a:ext>
              </a:extLst>
            </p:cNvPr>
            <p:cNvSpPr/>
            <p:nvPr/>
          </p:nvSpPr>
          <p:spPr>
            <a:xfrm>
              <a:off x="6605693" y="2005584"/>
              <a:ext cx="5120640" cy="30480"/>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233DBA05-1127-F02B-9938-BF9653FEA3A7}"/>
                </a:ext>
              </a:extLst>
            </p:cNvPr>
            <p:cNvSpPr/>
            <p:nvPr/>
          </p:nvSpPr>
          <p:spPr>
            <a:xfrm>
              <a:off x="6605693" y="2127504"/>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a:extLst>
                <a:ext uri="{FF2B5EF4-FFF2-40B4-BE49-F238E27FC236}">
                  <a16:creationId xmlns:a16="http://schemas.microsoft.com/office/drawing/2014/main" id="{01300430-D7D7-3D56-894B-23CA6CBC9DE9}"/>
                </a:ext>
              </a:extLst>
            </p:cNvPr>
            <p:cNvSpPr/>
            <p:nvPr/>
          </p:nvSpPr>
          <p:spPr>
            <a:xfrm>
              <a:off x="6727613" y="2127504"/>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Input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a:extLst>
                <a:ext uri="{FF2B5EF4-FFF2-40B4-BE49-F238E27FC236}">
                  <a16:creationId xmlns:a16="http://schemas.microsoft.com/office/drawing/2014/main" id="{A8523300-CEF5-6E17-DB4F-AAC09A64E33C}"/>
                </a:ext>
              </a:extLst>
            </p:cNvPr>
            <p:cNvSpPr/>
            <p:nvPr/>
          </p:nvSpPr>
          <p:spPr>
            <a:xfrm>
              <a:off x="7924800" y="2127504"/>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 CSV (building heights), B CSV (min safe altitude / NFZ ceiling)</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9" name="Group 58">
              <a:extLst>
                <a:ext uri="{FF2B5EF4-FFF2-40B4-BE49-F238E27FC236}">
                  <a16:creationId xmlns:a16="http://schemas.microsoft.com/office/drawing/2014/main" id="{5CC63FFC-EF27-FF97-2D49-813F30086CE3}"/>
                </a:ext>
              </a:extLst>
            </p:cNvPr>
            <p:cNvGrpSpPr/>
            <p:nvPr/>
          </p:nvGrpSpPr>
          <p:grpSpPr>
            <a:xfrm>
              <a:off x="6605693" y="2688337"/>
              <a:ext cx="5120640" cy="512064"/>
              <a:chOff x="6605693" y="2688336"/>
              <a:chExt cx="5120640" cy="394618"/>
            </a:xfrm>
          </p:grpSpPr>
          <p:sp>
            <p:nvSpPr>
              <p:cNvPr id="32" name="Shape 30">
                <a:extLst>
                  <a:ext uri="{FF2B5EF4-FFF2-40B4-BE49-F238E27FC236}">
                    <a16:creationId xmlns:a16="http://schemas.microsoft.com/office/drawing/2014/main" id="{FFCB136B-2809-5DA0-4B7F-FF207C267227}"/>
                  </a:ext>
                </a:extLst>
              </p:cNvPr>
              <p:cNvSpPr/>
              <p:nvPr/>
            </p:nvSpPr>
            <p:spPr>
              <a:xfrm>
                <a:off x="6605693" y="2688336"/>
                <a:ext cx="5120640" cy="394618"/>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a:extLst>
                  <a:ext uri="{FF2B5EF4-FFF2-40B4-BE49-F238E27FC236}">
                    <a16:creationId xmlns:a16="http://schemas.microsoft.com/office/drawing/2014/main" id="{9BA3DEF3-0E57-FBF5-8CC7-E5FAB0A23FF0}"/>
                  </a:ext>
                </a:extLst>
              </p:cNvPr>
              <p:cNvSpPr/>
              <p:nvPr/>
            </p:nvSpPr>
            <p:spPr>
              <a:xfrm>
                <a:off x="6727613" y="2688336"/>
                <a:ext cx="2682240" cy="39461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33" dirty="0">
                    <a:solidFill>
                      <a:srgbClr val="7A9BB5"/>
                    </a:solidFill>
                    <a:latin typeface="Calibri" pitchFamily="34" charset="0"/>
                    <a:ea typeface="Calibri" pitchFamily="34" charset="-122"/>
                    <a:cs typeface="Calibri" pitchFamily="34" charset="-120"/>
                  </a:rPr>
                  <a:t>Feasibility</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a:extLst>
                  <a:ext uri="{FF2B5EF4-FFF2-40B4-BE49-F238E27FC236}">
                    <a16:creationId xmlns:a16="http://schemas.microsoft.com/office/drawing/2014/main" id="{1D02EC45-C5FE-D576-CE65-6785D919485F}"/>
                  </a:ext>
                </a:extLst>
              </p:cNvPr>
              <p:cNvSpPr/>
              <p:nvPr/>
            </p:nvSpPr>
            <p:spPr>
              <a:xfrm>
                <a:off x="7924800" y="2688336"/>
                <a:ext cx="3679613" cy="353598"/>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Fly only if z ≥ B[row, col]; optional conservative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edge_check</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 name="Group 57">
              <a:extLst>
                <a:ext uri="{FF2B5EF4-FFF2-40B4-BE49-F238E27FC236}">
                  <a16:creationId xmlns:a16="http://schemas.microsoft.com/office/drawing/2014/main" id="{8D185EE1-8352-3158-2DF5-5AE966B87323}"/>
                </a:ext>
              </a:extLst>
            </p:cNvPr>
            <p:cNvGrpSpPr/>
            <p:nvPr/>
          </p:nvGrpSpPr>
          <p:grpSpPr>
            <a:xfrm>
              <a:off x="6600613" y="3250927"/>
              <a:ext cx="5120640" cy="512064"/>
              <a:chOff x="6605693" y="3129504"/>
              <a:chExt cx="5120640" cy="344107"/>
            </a:xfrm>
          </p:grpSpPr>
          <p:sp>
            <p:nvSpPr>
              <p:cNvPr id="35" name="Shape 33">
                <a:extLst>
                  <a:ext uri="{FF2B5EF4-FFF2-40B4-BE49-F238E27FC236}">
                    <a16:creationId xmlns:a16="http://schemas.microsoft.com/office/drawing/2014/main" id="{5154361B-6AB9-362D-4D3A-AFB8F06C4115}"/>
                  </a:ext>
                </a:extLst>
              </p:cNvPr>
              <p:cNvSpPr/>
              <p:nvPr/>
            </p:nvSpPr>
            <p:spPr>
              <a:xfrm>
                <a:off x="6605693" y="3129504"/>
                <a:ext cx="5120640" cy="344107"/>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a:extLst>
                  <a:ext uri="{FF2B5EF4-FFF2-40B4-BE49-F238E27FC236}">
                    <a16:creationId xmlns:a16="http://schemas.microsoft.com/office/drawing/2014/main" id="{1267F9F6-ED71-582F-D5A5-31F2BBE43F07}"/>
                  </a:ext>
                </a:extLst>
              </p:cNvPr>
              <p:cNvSpPr/>
              <p:nvPr/>
            </p:nvSpPr>
            <p:spPr>
              <a:xfrm>
                <a:off x="6727613" y="3204625"/>
                <a:ext cx="2682240" cy="22873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Priority queue</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a:extLst>
                  <a:ext uri="{FF2B5EF4-FFF2-40B4-BE49-F238E27FC236}">
                    <a16:creationId xmlns:a16="http://schemas.microsoft.com/office/drawing/2014/main" id="{2178A937-9BBE-FD8B-C86B-7328683695D5}"/>
                  </a:ext>
                </a:extLst>
              </p:cNvPr>
              <p:cNvSpPr/>
              <p:nvPr/>
            </p:nvSpPr>
            <p:spPr>
              <a:xfrm>
                <a:off x="7924800" y="3141204"/>
                <a:ext cx="3679613" cy="256381"/>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	</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prstClr val="white"/>
                    </a:solidFill>
                    <a:effectLst/>
                    <a:uLnTx/>
                    <a:uFillTx/>
                    <a:latin typeface="Calibri" panose="020F0502020204030204"/>
                    <a:ea typeface="+mn-ea"/>
                    <a:cs typeface="+mn-cs"/>
                  </a:rPr>
                  <a:t>(f, counter, node) with f = g + h — pop minimum f</a:t>
                </a:r>
              </a:p>
            </p:txBody>
          </p:sp>
        </p:grpSp>
        <p:grpSp>
          <p:nvGrpSpPr>
            <p:cNvPr id="57" name="Group 56">
              <a:extLst>
                <a:ext uri="{FF2B5EF4-FFF2-40B4-BE49-F238E27FC236}">
                  <a16:creationId xmlns:a16="http://schemas.microsoft.com/office/drawing/2014/main" id="{8BD73EE3-417F-261C-DA53-5A83674F406B}"/>
                </a:ext>
              </a:extLst>
            </p:cNvPr>
            <p:cNvGrpSpPr/>
            <p:nvPr/>
          </p:nvGrpSpPr>
          <p:grpSpPr>
            <a:xfrm>
              <a:off x="6600613" y="3833437"/>
              <a:ext cx="5120640" cy="562150"/>
              <a:chOff x="6605693" y="3377762"/>
              <a:chExt cx="5120640" cy="562150"/>
            </a:xfrm>
          </p:grpSpPr>
          <p:sp>
            <p:nvSpPr>
              <p:cNvPr id="38" name="Shape 36">
                <a:extLst>
                  <a:ext uri="{FF2B5EF4-FFF2-40B4-BE49-F238E27FC236}">
                    <a16:creationId xmlns:a16="http://schemas.microsoft.com/office/drawing/2014/main" id="{9AB61AC3-BCA4-9418-F7F8-8921FF855AE7}"/>
                  </a:ext>
                </a:extLst>
              </p:cNvPr>
              <p:cNvSpPr/>
              <p:nvPr/>
            </p:nvSpPr>
            <p:spPr>
              <a:xfrm>
                <a:off x="6605693" y="3427848"/>
                <a:ext cx="5120640" cy="512064"/>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a:extLst>
                  <a:ext uri="{FF2B5EF4-FFF2-40B4-BE49-F238E27FC236}">
                    <a16:creationId xmlns:a16="http://schemas.microsoft.com/office/drawing/2014/main" id="{6744F4BE-1987-C913-66F6-B051F48ABB0C}"/>
                  </a:ext>
                </a:extLst>
              </p:cNvPr>
              <p:cNvSpPr/>
              <p:nvPr/>
            </p:nvSpPr>
            <p:spPr>
              <a:xfrm>
                <a:off x="6727613" y="3377762"/>
                <a:ext cx="2682240"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Relax </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a:extLst>
                  <a:ext uri="{FF2B5EF4-FFF2-40B4-BE49-F238E27FC236}">
                    <a16:creationId xmlns:a16="http://schemas.microsoft.com/office/drawing/2014/main" id="{14D52004-2207-964A-E69E-BBE713BCECD2}"/>
                  </a:ext>
                </a:extLst>
              </p:cNvPr>
              <p:cNvSpPr/>
              <p:nvPr/>
            </p:nvSpPr>
            <p:spPr>
              <a:xfrm>
                <a:off x="7901094" y="3416345"/>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Update neighbor if shorter g found; push with new f</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6" name="Group 55">
              <a:extLst>
                <a:ext uri="{FF2B5EF4-FFF2-40B4-BE49-F238E27FC236}">
                  <a16:creationId xmlns:a16="http://schemas.microsoft.com/office/drawing/2014/main" id="{FE526E69-E13E-6F0C-F139-BE2EA99B691B}"/>
                </a:ext>
              </a:extLst>
            </p:cNvPr>
            <p:cNvGrpSpPr/>
            <p:nvPr/>
          </p:nvGrpSpPr>
          <p:grpSpPr>
            <a:xfrm>
              <a:off x="6600613" y="4487482"/>
              <a:ext cx="5120640" cy="538626"/>
              <a:chOff x="6605693" y="4005900"/>
              <a:chExt cx="5120640" cy="538626"/>
            </a:xfrm>
          </p:grpSpPr>
          <p:sp>
            <p:nvSpPr>
              <p:cNvPr id="41" name="Shape 39">
                <a:extLst>
                  <a:ext uri="{FF2B5EF4-FFF2-40B4-BE49-F238E27FC236}">
                    <a16:creationId xmlns:a16="http://schemas.microsoft.com/office/drawing/2014/main" id="{808C54AD-716A-04B4-6923-C1A600760136}"/>
                  </a:ext>
                </a:extLst>
              </p:cNvPr>
              <p:cNvSpPr/>
              <p:nvPr/>
            </p:nvSpPr>
            <p:spPr>
              <a:xfrm>
                <a:off x="6605693" y="4005900"/>
                <a:ext cx="5120640" cy="512064"/>
              </a:xfrm>
              <a:prstGeom prst="rect">
                <a:avLst/>
              </a:prstGeom>
              <a:solidFill>
                <a:srgbClr val="122848"/>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a:extLst>
                  <a:ext uri="{FF2B5EF4-FFF2-40B4-BE49-F238E27FC236}">
                    <a16:creationId xmlns:a16="http://schemas.microsoft.com/office/drawing/2014/main" id="{7F155862-C1CE-A49D-B37A-7364FA60B7DE}"/>
                  </a:ext>
                </a:extLst>
              </p:cNvPr>
              <p:cNvSpPr/>
              <p:nvPr/>
            </p:nvSpPr>
            <p:spPr>
              <a:xfrm>
                <a:off x="6727613" y="4032462"/>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Reconstruct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a:extLst>
                  <a:ext uri="{FF2B5EF4-FFF2-40B4-BE49-F238E27FC236}">
                    <a16:creationId xmlns:a16="http://schemas.microsoft.com/office/drawing/2014/main" id="{6AF5E144-4CE0-811E-6C2A-FEFC43DCD9DD}"/>
                  </a:ext>
                </a:extLst>
              </p:cNvPr>
              <p:cNvSpPr/>
              <p:nvPr/>
            </p:nvSpPr>
            <p:spPr>
              <a:xfrm>
                <a:off x="7901093" y="4007372"/>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Backtrack from goal to start</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50" name="Shape 48">
            <a:extLst>
              <a:ext uri="{FF2B5EF4-FFF2-40B4-BE49-F238E27FC236}">
                <a16:creationId xmlns:a16="http://schemas.microsoft.com/office/drawing/2014/main" id="{F5E55E2A-E489-86FB-723E-6B6F01C253F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Text 49">
            <a:extLst>
              <a:ext uri="{FF2B5EF4-FFF2-40B4-BE49-F238E27FC236}">
                <a16:creationId xmlns:a16="http://schemas.microsoft.com/office/drawing/2014/main" id="{EC141CB2-3DBC-2CB5-5C31-78BAD51DE273}"/>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TextBox 63">
            <a:extLst>
              <a:ext uri="{FF2B5EF4-FFF2-40B4-BE49-F238E27FC236}">
                <a16:creationId xmlns:a16="http://schemas.microsoft.com/office/drawing/2014/main" id="{798DE3BA-33AF-D817-42FB-A89F6E5995BD}"/>
              </a:ext>
            </a:extLst>
          </p:cNvPr>
          <p:cNvSpPr txBox="1"/>
          <p:nvPr/>
        </p:nvSpPr>
        <p:spPr>
          <a:xfrm>
            <a:off x="548639" y="4356054"/>
            <a:ext cx="5860292" cy="22929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Problem: On a 3D cell graph, find minimum 3D path length from start to goal while staying at or above the buffer altitude field B.</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Edge cost: Euclidean 3D distance between neighboring states (26-connectivity by default); all costs ≥ 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Method: Best-first search — always expand the node with smallest f = g + h (min-heap); g = cost from start, h = straight-line 3D distance to goal.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white"/>
                </a:solidFill>
                <a:effectLst/>
                <a:uLnTx/>
                <a:uFillTx/>
                <a:latin typeface="Calibri" panose="020F0502020204030204"/>
                <a:ea typeface="+mn-ea"/>
                <a:cs typeface="+mn-cs"/>
              </a:rPr>
              <a:t>Guarantee: Optimal on this discretized graph when h is admissible (underestimates true cost); straight-line 3D h satisfies this.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BF768E96-2301-3A0A-79C2-50908068F929}"/>
              </a:ext>
            </a:extLst>
          </p:cNvPr>
          <p:cNvGrpSpPr/>
          <p:nvPr/>
        </p:nvGrpSpPr>
        <p:grpSpPr>
          <a:xfrm>
            <a:off x="6530851" y="5859691"/>
            <a:ext cx="5547360" cy="639592"/>
            <a:chOff x="6530851" y="5489820"/>
            <a:chExt cx="5547360" cy="977091"/>
          </a:xfrm>
        </p:grpSpPr>
        <p:sp>
          <p:nvSpPr>
            <p:cNvPr id="66" name="Shape 24">
              <a:extLst>
                <a:ext uri="{FF2B5EF4-FFF2-40B4-BE49-F238E27FC236}">
                  <a16:creationId xmlns:a16="http://schemas.microsoft.com/office/drawing/2014/main" id="{4C5004FF-518B-8C68-E238-82D00D990491}"/>
                </a:ext>
              </a:extLst>
            </p:cNvPr>
            <p:cNvSpPr/>
            <p:nvPr/>
          </p:nvSpPr>
          <p:spPr>
            <a:xfrm>
              <a:off x="6530851" y="5506156"/>
              <a:ext cx="5547360" cy="960755"/>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25">
              <a:extLst>
                <a:ext uri="{FF2B5EF4-FFF2-40B4-BE49-F238E27FC236}">
                  <a16:creationId xmlns:a16="http://schemas.microsoft.com/office/drawing/2014/main" id="{59A05510-6EB9-6027-0244-8ABD30A62D3F}"/>
                </a:ext>
              </a:extLst>
            </p:cNvPr>
            <p:cNvSpPr/>
            <p:nvPr/>
          </p:nvSpPr>
          <p:spPr>
            <a:xfrm>
              <a:off x="6647691" y="5489820"/>
              <a:ext cx="5120640" cy="3413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67" b="1" i="0" u="none" strike="noStrike" kern="0" cap="none" spc="267" normalizeH="0" baseline="0" noProof="0" dirty="0">
                  <a:ln>
                    <a:noFill/>
                  </a:ln>
                  <a:solidFill>
                    <a:srgbClr val="00C8E8"/>
                  </a:solidFill>
                  <a:effectLst/>
                  <a:uLnTx/>
                  <a:uFillTx/>
                  <a:latin typeface="Calibri" pitchFamily="34" charset="0"/>
                  <a:ea typeface="Calibri" pitchFamily="34" charset="-122"/>
                  <a:cs typeface="Calibri" pitchFamily="34" charset="-120"/>
                </a:rPr>
                <a:t>OUTPUT</a:t>
              </a:r>
              <a:endParaRPr kumimoji="0" lang="en-US" sz="10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29">
              <a:extLst>
                <a:ext uri="{FF2B5EF4-FFF2-40B4-BE49-F238E27FC236}">
                  <a16:creationId xmlns:a16="http://schemas.microsoft.com/office/drawing/2014/main" id="{ECCA26FA-C93E-BFDE-C8C0-AEBBA08F92DB}"/>
                </a:ext>
              </a:extLst>
            </p:cNvPr>
            <p:cNvSpPr/>
            <p:nvPr/>
          </p:nvSpPr>
          <p:spPr>
            <a:xfrm>
              <a:off x="6713732" y="5749677"/>
              <a:ext cx="5293359"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path_pair_XXXX.csv — waypoint list (row, col, </a:t>
              </a:r>
              <a:r>
                <a:rPr kumimoji="0" lang="en-US" sz="1333" b="1" i="0" u="none" strike="noStrike" kern="1200" cap="none" spc="0" normalizeH="0" baseline="0" noProof="0" dirty="0" err="1">
                  <a:ln>
                    <a:noFill/>
                  </a:ln>
                  <a:solidFill>
                    <a:srgbClr val="FFFFFF"/>
                  </a:solidFill>
                  <a:effectLst/>
                  <a:uLnTx/>
                  <a:uFillTx/>
                  <a:latin typeface="Calibri" pitchFamily="34" charset="0"/>
                  <a:ea typeface="Calibri" pitchFamily="34" charset="-122"/>
                  <a:cs typeface="Calibri" pitchFamily="34" charset="-120"/>
                </a:rPr>
                <a:t>altitude_m</a:t>
              </a: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 route_summary.csv metrics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0" name="Shape 36">
            <a:extLst>
              <a:ext uri="{FF2B5EF4-FFF2-40B4-BE49-F238E27FC236}">
                <a16:creationId xmlns:a16="http://schemas.microsoft.com/office/drawing/2014/main" id="{A653AC5C-C9EA-13C1-D2B6-C5EC57173FD0}"/>
              </a:ext>
            </a:extLst>
          </p:cNvPr>
          <p:cNvSpPr/>
          <p:nvPr/>
        </p:nvSpPr>
        <p:spPr>
          <a:xfrm>
            <a:off x="6647691" y="4920232"/>
            <a:ext cx="5120640" cy="657630"/>
          </a:xfrm>
          <a:prstGeom prst="rect">
            <a:avLst/>
          </a:prstGeom>
          <a:solidFill>
            <a:srgbClr val="0E2040"/>
          </a:solidFill>
          <a:ln w="12700">
            <a:solidFill>
              <a:srgbClr val="00000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41">
            <a:extLst>
              <a:ext uri="{FF2B5EF4-FFF2-40B4-BE49-F238E27FC236}">
                <a16:creationId xmlns:a16="http://schemas.microsoft.com/office/drawing/2014/main" id="{A66DCB07-83E7-313A-051F-7E03B00A8BB9}"/>
              </a:ext>
            </a:extLst>
          </p:cNvPr>
          <p:cNvSpPr/>
          <p:nvPr/>
        </p:nvSpPr>
        <p:spPr>
          <a:xfrm>
            <a:off x="7943090" y="4978888"/>
            <a:ext cx="3679613"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OD only where H = 0; start/goal at B; on ground NFZ floor → vertical-only moves (like Dijkstra lift); no horizontal travel at clearance floor</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40">
            <a:extLst>
              <a:ext uri="{FF2B5EF4-FFF2-40B4-BE49-F238E27FC236}">
                <a16:creationId xmlns:a16="http://schemas.microsoft.com/office/drawing/2014/main" id="{39744349-F2E5-6F2E-7F81-26BAAA558158}"/>
              </a:ext>
            </a:extLst>
          </p:cNvPr>
          <p:cNvSpPr/>
          <p:nvPr/>
        </p:nvSpPr>
        <p:spPr>
          <a:xfrm>
            <a:off x="6745903" y="4931191"/>
            <a:ext cx="1197187" cy="51206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Prechecks</a:t>
            </a:r>
            <a:endParaRPr kumimoji="0" lang="en-US" sz="13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51EF44EF-F8A0-9D02-0960-D51D2922E364}"/>
              </a:ext>
            </a:extLst>
          </p:cNvPr>
          <p:cNvGrpSpPr/>
          <p:nvPr/>
        </p:nvGrpSpPr>
        <p:grpSpPr>
          <a:xfrm>
            <a:off x="548639" y="1341118"/>
            <a:ext cx="5672332" cy="2961711"/>
            <a:chOff x="548639" y="1341118"/>
            <a:chExt cx="5112512" cy="2961711"/>
          </a:xfrm>
        </p:grpSpPr>
        <p:sp>
          <p:nvSpPr>
            <p:cNvPr id="5" name="Shape 3">
              <a:extLst>
                <a:ext uri="{FF2B5EF4-FFF2-40B4-BE49-F238E27FC236}">
                  <a16:creationId xmlns:a16="http://schemas.microsoft.com/office/drawing/2014/main" id="{E2FC0D59-3BF5-9007-5E0E-BDDB77A06866}"/>
                </a:ext>
              </a:extLst>
            </p:cNvPr>
            <p:cNvSpPr/>
            <p:nvPr/>
          </p:nvSpPr>
          <p:spPr>
            <a:xfrm>
              <a:off x="548639" y="1341118"/>
              <a:ext cx="5112512" cy="2961711"/>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5AD92C11-18BB-0769-87E4-CD6008860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939" y="1449787"/>
              <a:ext cx="4890594" cy="2768644"/>
            </a:xfrm>
            <a:prstGeom prst="rect">
              <a:avLst/>
            </a:prstGeom>
          </p:spPr>
        </p:pic>
      </p:grpSp>
    </p:spTree>
    <p:extLst>
      <p:ext uri="{BB962C8B-B14F-4D97-AF65-F5344CB8AC3E}">
        <p14:creationId xmlns:p14="http://schemas.microsoft.com/office/powerpoint/2010/main" val="8945332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A202C2AD-C06C-EED1-9067-5B96F684EC7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00FA850-2517-BC8E-108C-C1464C33B20E}"/>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E0F5B1E-B5EA-AC6B-812A-95629263D910}"/>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 - Result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04B191C9-A0DC-A444-8A7F-30389358F153}"/>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7D8774A0-C493-204A-5048-1FC940BC2B7E}"/>
              </a:ext>
            </a:extLst>
          </p:cNvPr>
          <p:cNvGrpSpPr/>
          <p:nvPr/>
        </p:nvGrpSpPr>
        <p:grpSpPr>
          <a:xfrm>
            <a:off x="7802880" y="1779693"/>
            <a:ext cx="3840480" cy="2002158"/>
            <a:chOff x="7802880" y="1889760"/>
            <a:chExt cx="3840480" cy="999744"/>
          </a:xfrm>
        </p:grpSpPr>
        <p:sp>
          <p:nvSpPr>
            <p:cNvPr id="6" name="Shape 3">
              <a:extLst>
                <a:ext uri="{FF2B5EF4-FFF2-40B4-BE49-F238E27FC236}">
                  <a16:creationId xmlns:a16="http://schemas.microsoft.com/office/drawing/2014/main" id="{4FA21390-39B9-3326-071D-9C2890D6C22F}"/>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9DA26225-62E3-729F-086E-6E8A3D716221}"/>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BCCDBD9E-CECA-9099-8730-59491A52469B}"/>
                </a:ext>
              </a:extLst>
            </p:cNvPr>
            <p:cNvSpPr/>
            <p:nvPr/>
          </p:nvSpPr>
          <p:spPr>
            <a:xfrm>
              <a:off x="8046720" y="1938528"/>
              <a:ext cx="3413760" cy="1290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Legend</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 name="Group 34">
            <a:extLst>
              <a:ext uri="{FF2B5EF4-FFF2-40B4-BE49-F238E27FC236}">
                <a16:creationId xmlns:a16="http://schemas.microsoft.com/office/drawing/2014/main" id="{2766AD44-17BF-484C-2421-260446765FBC}"/>
              </a:ext>
            </a:extLst>
          </p:cNvPr>
          <p:cNvGrpSpPr/>
          <p:nvPr/>
        </p:nvGrpSpPr>
        <p:grpSpPr>
          <a:xfrm>
            <a:off x="7802880" y="3938014"/>
            <a:ext cx="3958336" cy="2358667"/>
            <a:chOff x="7802880" y="4084320"/>
            <a:chExt cx="3840480" cy="999744"/>
          </a:xfrm>
        </p:grpSpPr>
        <p:sp>
          <p:nvSpPr>
            <p:cNvPr id="14" name="Shape 11">
              <a:extLst>
                <a:ext uri="{FF2B5EF4-FFF2-40B4-BE49-F238E27FC236}">
                  <a16:creationId xmlns:a16="http://schemas.microsoft.com/office/drawing/2014/main" id="{471F58A0-61EC-732F-367C-25BE53FFD399}"/>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C121F984-DC8A-D6FB-812F-2E22FFDF58FE}"/>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E20DE3BA-0369-DEA2-3C66-8E6B3FC85343}"/>
                </a:ext>
              </a:extLst>
            </p:cNvPr>
            <p:cNvSpPr/>
            <p:nvPr/>
          </p:nvSpPr>
          <p:spPr>
            <a:xfrm>
              <a:off x="8046720" y="4133088"/>
              <a:ext cx="3413760" cy="14787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lang="en-US" sz="1267" b="1" dirty="0">
                  <a:solidFill>
                    <a:srgbClr val="FFFFFF"/>
                  </a:solidFill>
                  <a:latin typeface="Calibri" pitchFamily="34" charset="0"/>
                  <a:ea typeface="Calibri" pitchFamily="34" charset="-122"/>
                  <a:cs typeface="Calibri" pitchFamily="34" charset="-120"/>
                </a:rPr>
                <a:t>Output</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a:extLst>
                <a:ext uri="{FF2B5EF4-FFF2-40B4-BE49-F238E27FC236}">
                  <a16:creationId xmlns:a16="http://schemas.microsoft.com/office/drawing/2014/main" id="{BB4F08FF-FE3D-C1D6-01CA-28EBD62D0110}"/>
                </a:ext>
              </a:extLst>
            </p:cNvPr>
            <p:cNvSpPr/>
            <p:nvPr/>
          </p:nvSpPr>
          <p:spPr>
            <a:xfrm>
              <a:off x="8046720" y="4407820"/>
              <a:ext cx="3413760" cy="615283"/>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Ordered waypoints (few segments)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Total path length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Per-segment distances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2030431B-0595-ECC8-17A5-9723DFB7E4A2}"/>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93CC5109-A2B2-2DA0-A7F8-060BFD565E29}"/>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3">
            <a:extLst>
              <a:ext uri="{FF2B5EF4-FFF2-40B4-BE49-F238E27FC236}">
                <a16:creationId xmlns:a16="http://schemas.microsoft.com/office/drawing/2014/main" id="{2473FAA1-720F-47C1-60B4-81E7754BCE4B}"/>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34" name="Table 33">
            <a:extLst>
              <a:ext uri="{FF2B5EF4-FFF2-40B4-BE49-F238E27FC236}">
                <a16:creationId xmlns:a16="http://schemas.microsoft.com/office/drawing/2014/main" id="{15016915-79FE-F6E0-74F9-412166DC9203}"/>
              </a:ext>
            </a:extLst>
          </p:cNvPr>
          <p:cNvGraphicFramePr>
            <a:graphicFrameLocks noGrp="1"/>
          </p:cNvGraphicFramePr>
          <p:nvPr>
            <p:extLst>
              <p:ext uri="{D42A27DB-BD31-4B8C-83A1-F6EECF244321}">
                <p14:modId xmlns:p14="http://schemas.microsoft.com/office/powerpoint/2010/main" val="2945709021"/>
              </p:ext>
            </p:extLst>
          </p:nvPr>
        </p:nvGraphicFramePr>
        <p:xfrm>
          <a:off x="7946305" y="2265050"/>
          <a:ext cx="3620686" cy="1386840"/>
        </p:xfrm>
        <a:graphic>
          <a:graphicData uri="http://schemas.openxmlformats.org/drawingml/2006/table">
            <a:tbl>
              <a:tblPr firstRow="1" bandRow="1">
                <a:tableStyleId>{5C22544A-7EE6-4342-B048-85BDC9FD1C3A}</a:tableStyleId>
              </a:tblPr>
              <a:tblGrid>
                <a:gridCol w="1810343">
                  <a:extLst>
                    <a:ext uri="{9D8B030D-6E8A-4147-A177-3AD203B41FA5}">
                      <a16:colId xmlns:a16="http://schemas.microsoft.com/office/drawing/2014/main" val="3750278399"/>
                    </a:ext>
                  </a:extLst>
                </a:gridCol>
                <a:gridCol w="1810343">
                  <a:extLst>
                    <a:ext uri="{9D8B030D-6E8A-4147-A177-3AD203B41FA5}">
                      <a16:colId xmlns:a16="http://schemas.microsoft.com/office/drawing/2014/main" val="3461866061"/>
                    </a:ext>
                  </a:extLst>
                </a:gridCol>
              </a:tblGrid>
              <a:tr h="0">
                <a:tc>
                  <a:txBody>
                    <a:bodyPr/>
                    <a:lstStyle/>
                    <a:p>
                      <a:pPr algn="l" fontAlgn="t">
                        <a:buNone/>
                      </a:pPr>
                      <a:r>
                        <a:rPr lang="en-US" sz="800" b="1" dirty="0">
                          <a:effectLst/>
                        </a:rPr>
                        <a:t>Symbol</a:t>
                      </a:r>
                    </a:p>
                  </a:txBody>
                  <a:tcPr marL="68580" marR="68580" marT="38100" marB="38100"/>
                </a:tc>
                <a:tc>
                  <a:txBody>
                    <a:bodyPr/>
                    <a:lstStyle/>
                    <a:p>
                      <a:pPr algn="l" fontAlgn="t">
                        <a:buNone/>
                      </a:pPr>
                      <a:r>
                        <a:rPr lang="en-US" sz="800" b="1" dirty="0">
                          <a:effectLst/>
                        </a:rPr>
                        <a:t>Meaning</a:t>
                      </a:r>
                    </a:p>
                  </a:txBody>
                  <a:tcPr marL="68580" marR="68580" marT="38100" marB="38100"/>
                </a:tc>
                <a:extLst>
                  <a:ext uri="{0D108BD9-81ED-4DB2-BD59-A6C34878D82A}">
                    <a16:rowId xmlns:a16="http://schemas.microsoft.com/office/drawing/2014/main" val="2624572544"/>
                  </a:ext>
                </a:extLst>
              </a:tr>
              <a:tr h="164592">
                <a:tc>
                  <a:txBody>
                    <a:bodyPr/>
                    <a:lstStyle/>
                    <a:p>
                      <a:pPr algn="l" fontAlgn="t" latinLnBrk="0">
                        <a:buNone/>
                      </a:pPr>
                      <a:r>
                        <a:rPr lang="en-US" sz="800" dirty="0">
                          <a:effectLst/>
                        </a:rPr>
                        <a:t>Red line</a:t>
                      </a:r>
                    </a:p>
                  </a:txBody>
                  <a:tcPr marL="68580" marR="68580" marT="38100" marB="38100"/>
                </a:tc>
                <a:tc>
                  <a:txBody>
                    <a:bodyPr/>
                    <a:lstStyle/>
                    <a:p>
                      <a:pPr algn="l" fontAlgn="t" latinLnBrk="0">
                        <a:buNone/>
                      </a:pPr>
                      <a:r>
                        <a:rPr lang="en-US" sz="800" dirty="0">
                          <a:effectLst/>
                        </a:rPr>
                        <a:t>Optimized route</a:t>
                      </a:r>
                    </a:p>
                  </a:txBody>
                  <a:tcPr marL="68580" marR="68580" marT="38100" marB="38100"/>
                </a:tc>
                <a:extLst>
                  <a:ext uri="{0D108BD9-81ED-4DB2-BD59-A6C34878D82A}">
                    <a16:rowId xmlns:a16="http://schemas.microsoft.com/office/drawing/2014/main" val="1933368993"/>
                  </a:ext>
                </a:extLst>
              </a:tr>
              <a:tr h="164592">
                <a:tc>
                  <a:txBody>
                    <a:bodyPr/>
                    <a:lstStyle/>
                    <a:p>
                      <a:pPr algn="l" fontAlgn="t" latinLnBrk="0">
                        <a:buNone/>
                      </a:pPr>
                      <a:r>
                        <a:rPr lang="en-US" sz="800">
                          <a:effectLst/>
                        </a:rPr>
                        <a:t>Green ★</a:t>
                      </a:r>
                    </a:p>
                  </a:txBody>
                  <a:tcPr marL="68580" marR="68580" marT="38100" marB="38100"/>
                </a:tc>
                <a:tc>
                  <a:txBody>
                    <a:bodyPr/>
                    <a:lstStyle/>
                    <a:p>
                      <a:pPr algn="l" fontAlgn="t" latinLnBrk="0">
                        <a:buNone/>
                      </a:pPr>
                      <a:r>
                        <a:rPr lang="en-US" sz="800" dirty="0">
                          <a:effectLst/>
                        </a:rPr>
                        <a:t>Start </a:t>
                      </a:r>
                    </a:p>
                  </a:txBody>
                  <a:tcPr marL="68580" marR="68580" marT="38100" marB="38100"/>
                </a:tc>
                <a:extLst>
                  <a:ext uri="{0D108BD9-81ED-4DB2-BD59-A6C34878D82A}">
                    <a16:rowId xmlns:a16="http://schemas.microsoft.com/office/drawing/2014/main" val="171548316"/>
                  </a:ext>
                </a:extLst>
              </a:tr>
              <a:tr h="164592">
                <a:tc>
                  <a:txBody>
                    <a:bodyPr/>
                    <a:lstStyle/>
                    <a:p>
                      <a:pPr algn="l" fontAlgn="t" latinLnBrk="0">
                        <a:buNone/>
                      </a:pPr>
                      <a:r>
                        <a:rPr lang="en-US" sz="800" dirty="0">
                          <a:effectLst/>
                        </a:rPr>
                        <a:t>Orange ★</a:t>
                      </a:r>
                    </a:p>
                  </a:txBody>
                  <a:tcPr marL="68580" marR="68580" marT="38100" marB="38100"/>
                </a:tc>
                <a:tc>
                  <a:txBody>
                    <a:bodyPr/>
                    <a:lstStyle/>
                    <a:p>
                      <a:pPr algn="l" fontAlgn="t" latinLnBrk="0">
                        <a:buNone/>
                      </a:pPr>
                      <a:r>
                        <a:rPr lang="en-US" sz="800" dirty="0">
                          <a:effectLst/>
                        </a:rPr>
                        <a:t>Goal </a:t>
                      </a:r>
                    </a:p>
                  </a:txBody>
                  <a:tcPr marL="68580" marR="68580" marT="38100" marB="38100"/>
                </a:tc>
                <a:extLst>
                  <a:ext uri="{0D108BD9-81ED-4DB2-BD59-A6C34878D82A}">
                    <a16:rowId xmlns:a16="http://schemas.microsoft.com/office/drawing/2014/main" val="2987144053"/>
                  </a:ext>
                </a:extLst>
              </a:tr>
              <a:tr h="164592">
                <a:tc>
                  <a:txBody>
                    <a:bodyPr/>
                    <a:lstStyle/>
                    <a:p>
                      <a:pPr algn="l" fontAlgn="t" latinLnBrk="0">
                        <a:buNone/>
                      </a:pPr>
                      <a:r>
                        <a:rPr lang="en-US" sz="800" dirty="0">
                          <a:effectLst/>
                        </a:rPr>
                        <a:t>Orange box</a:t>
                      </a:r>
                    </a:p>
                  </a:txBody>
                  <a:tcPr marL="68580" marR="68580" marT="38100" marB="38100"/>
                </a:tc>
                <a:tc>
                  <a:txBody>
                    <a:bodyPr/>
                    <a:lstStyle/>
                    <a:p>
                      <a:pPr algn="l" fontAlgn="t" latinLnBrk="0">
                        <a:buNone/>
                      </a:pPr>
                      <a:r>
                        <a:rPr lang="en-US" sz="800" dirty="0">
                          <a:effectLst/>
                        </a:rPr>
                        <a:t>Building NFZ (B)</a:t>
                      </a:r>
                    </a:p>
                  </a:txBody>
                  <a:tcPr marL="68580" marR="68580" marT="38100" marB="38100"/>
                </a:tc>
                <a:extLst>
                  <a:ext uri="{0D108BD9-81ED-4DB2-BD59-A6C34878D82A}">
                    <a16:rowId xmlns:a16="http://schemas.microsoft.com/office/drawing/2014/main" val="4263913871"/>
                  </a:ext>
                </a:extLst>
              </a:tr>
              <a:tr h="164592">
                <a:tc>
                  <a:txBody>
                    <a:bodyPr/>
                    <a:lstStyle/>
                    <a:p>
                      <a:pPr algn="l" fontAlgn="t" latinLnBrk="0">
                        <a:buNone/>
                      </a:pPr>
                      <a:r>
                        <a:rPr lang="en-US" sz="800" dirty="0">
                          <a:effectLst/>
                        </a:rPr>
                        <a:t>Blue box</a:t>
                      </a:r>
                    </a:p>
                  </a:txBody>
                  <a:tcPr marL="68580" marR="68580" marT="38100" marB="38100"/>
                </a:tc>
                <a:tc>
                  <a:txBody>
                    <a:bodyPr/>
                    <a:lstStyle/>
                    <a:p>
                      <a:pPr algn="l" fontAlgn="t" latinLnBrk="0">
                        <a:buNone/>
                      </a:pPr>
                      <a:r>
                        <a:rPr lang="en-US" sz="800" dirty="0">
                          <a:effectLst/>
                        </a:rPr>
                        <a:t>Original Building (H)</a:t>
                      </a:r>
                    </a:p>
                  </a:txBody>
                  <a:tcPr marL="68580" marR="68580" marT="38100" marB="38100"/>
                </a:tc>
                <a:extLst>
                  <a:ext uri="{0D108BD9-81ED-4DB2-BD59-A6C34878D82A}">
                    <a16:rowId xmlns:a16="http://schemas.microsoft.com/office/drawing/2014/main" val="1024088837"/>
                  </a:ext>
                </a:extLst>
              </a:tr>
              <a:tr h="164592">
                <a:tc>
                  <a:txBody>
                    <a:bodyPr/>
                    <a:lstStyle/>
                    <a:p>
                      <a:pPr algn="l" fontAlgn="t" latinLnBrk="0">
                        <a:buNone/>
                      </a:pPr>
                      <a:r>
                        <a:rPr lang="en-US" sz="800" dirty="0">
                          <a:effectLst/>
                        </a:rPr>
                        <a:t>Grey Box</a:t>
                      </a:r>
                    </a:p>
                  </a:txBody>
                  <a:tcPr marL="68580" marR="68580" marT="38100" marB="38100"/>
                </a:tc>
                <a:tc>
                  <a:txBody>
                    <a:bodyPr/>
                    <a:lstStyle/>
                    <a:p>
                      <a:pPr algn="l" fontAlgn="t" latinLnBrk="0">
                        <a:buNone/>
                      </a:pPr>
                      <a:r>
                        <a:rPr lang="en-US" sz="800" dirty="0">
                          <a:effectLst/>
                        </a:rPr>
                        <a:t>Ground NFZ</a:t>
                      </a:r>
                    </a:p>
                  </a:txBody>
                  <a:tcPr marL="68580" marR="68580" marT="38100" marB="38100"/>
                </a:tc>
                <a:extLst>
                  <a:ext uri="{0D108BD9-81ED-4DB2-BD59-A6C34878D82A}">
                    <a16:rowId xmlns:a16="http://schemas.microsoft.com/office/drawing/2014/main" val="4000156582"/>
                  </a:ext>
                </a:extLst>
              </a:tr>
            </a:tbl>
          </a:graphicData>
        </a:graphic>
      </p:graphicFrame>
      <p:pic>
        <p:nvPicPr>
          <p:cNvPr id="10" name="Picture 9">
            <a:extLst>
              <a:ext uri="{FF2B5EF4-FFF2-40B4-BE49-F238E27FC236}">
                <a16:creationId xmlns:a16="http://schemas.microsoft.com/office/drawing/2014/main" id="{B679BB4C-0C96-D2E3-D91F-60B0BB32190D}"/>
              </a:ext>
            </a:extLst>
          </p:cNvPr>
          <p:cNvPicPr>
            <a:picLocks noChangeAspect="1"/>
          </p:cNvPicPr>
          <p:nvPr/>
        </p:nvPicPr>
        <p:blipFill>
          <a:blip r:embed="rId3"/>
          <a:stretch>
            <a:fillRect/>
          </a:stretch>
        </p:blipFill>
        <p:spPr>
          <a:xfrm>
            <a:off x="548640" y="1895517"/>
            <a:ext cx="6953503" cy="4401164"/>
          </a:xfrm>
          <a:prstGeom prst="rect">
            <a:avLst/>
          </a:prstGeom>
        </p:spPr>
      </p:pic>
      <p:pic>
        <p:nvPicPr>
          <p:cNvPr id="13" name="Picture 12">
            <a:extLst>
              <a:ext uri="{FF2B5EF4-FFF2-40B4-BE49-F238E27FC236}">
                <a16:creationId xmlns:a16="http://schemas.microsoft.com/office/drawing/2014/main" id="{91E8A8A3-B280-7836-3267-2859C515E314}"/>
              </a:ext>
            </a:extLst>
          </p:cNvPr>
          <p:cNvPicPr>
            <a:picLocks noChangeAspect="1"/>
          </p:cNvPicPr>
          <p:nvPr/>
        </p:nvPicPr>
        <p:blipFill>
          <a:blip r:embed="rId4"/>
          <a:stretch>
            <a:fillRect/>
          </a:stretch>
        </p:blipFill>
        <p:spPr>
          <a:xfrm>
            <a:off x="7965676" y="5081869"/>
            <a:ext cx="3695574" cy="847843"/>
          </a:xfrm>
          <a:prstGeom prst="rect">
            <a:avLst/>
          </a:prstGeom>
        </p:spPr>
      </p:pic>
    </p:spTree>
    <p:extLst>
      <p:ext uri="{BB962C8B-B14F-4D97-AF65-F5344CB8AC3E}">
        <p14:creationId xmlns:p14="http://schemas.microsoft.com/office/powerpoint/2010/main" val="42568690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BE49AE3C-59CE-37DD-96CC-7CB5EC96E19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C1A0A80-199A-D814-AB28-2CE749EA0AF9}"/>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4B238A3-80B7-67D0-E7EE-127AF689BCC3}"/>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Sensitivity Analysis I – Study Design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AA7C11A9-7B21-B4E6-DB22-CAC38BD3B540}"/>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B76ECB44-D627-A5AA-74E9-5199DC9CDFB4}"/>
              </a:ext>
            </a:extLst>
          </p:cNvPr>
          <p:cNvGrpSpPr/>
          <p:nvPr/>
        </p:nvGrpSpPr>
        <p:grpSpPr>
          <a:xfrm>
            <a:off x="548640" y="1743795"/>
            <a:ext cx="11212576" cy="438573"/>
            <a:chOff x="7802880" y="1889760"/>
            <a:chExt cx="3840480" cy="999744"/>
          </a:xfrm>
        </p:grpSpPr>
        <p:sp>
          <p:nvSpPr>
            <p:cNvPr id="6" name="Shape 3">
              <a:extLst>
                <a:ext uri="{FF2B5EF4-FFF2-40B4-BE49-F238E27FC236}">
                  <a16:creationId xmlns:a16="http://schemas.microsoft.com/office/drawing/2014/main" id="{73417DAB-7192-9C65-0588-A6D70C1388DD}"/>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A18E8082-1297-FF2B-423E-BD45866B0987}"/>
                </a:ext>
              </a:extLst>
            </p:cNvPr>
            <p:cNvSpPr/>
            <p:nvPr/>
          </p:nvSpPr>
          <p:spPr>
            <a:xfrm>
              <a:off x="7802880" y="1889760"/>
              <a:ext cx="67056" cy="999744"/>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BD0093C3-9BF3-A763-7031-01658B13DFCB}"/>
                </a:ext>
              </a:extLst>
            </p:cNvPr>
            <p:cNvSpPr/>
            <p:nvPr/>
          </p:nvSpPr>
          <p:spPr>
            <a:xfrm>
              <a:off x="7904959" y="1938528"/>
              <a:ext cx="3555521" cy="9509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Goal : </a:t>
              </a:r>
              <a:r>
                <a:rPr kumimoji="0" lang="en-US" sz="1267"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Understand the </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C525D0F6-FAFB-3AC2-A8CD-4432123CA27D}"/>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2BA93F2B-DBCC-9EA5-5FF3-359A4DFAE313}"/>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D841868B-8E23-CC9A-8BEE-5C24F2C88888}"/>
              </a:ext>
            </a:extLst>
          </p:cNvPr>
          <p:cNvGrpSpPr/>
          <p:nvPr/>
        </p:nvGrpSpPr>
        <p:grpSpPr>
          <a:xfrm>
            <a:off x="548640" y="2298192"/>
            <a:ext cx="11212576" cy="1335024"/>
            <a:chOff x="548640" y="2298192"/>
            <a:chExt cx="3108960" cy="1335024"/>
          </a:xfrm>
        </p:grpSpPr>
        <p:sp>
          <p:nvSpPr>
            <p:cNvPr id="5" name="Shape 33">
              <a:extLst>
                <a:ext uri="{FF2B5EF4-FFF2-40B4-BE49-F238E27FC236}">
                  <a16:creationId xmlns:a16="http://schemas.microsoft.com/office/drawing/2014/main" id="{80D0E539-A11A-CCAD-62A2-664780924ADA}"/>
                </a:ext>
              </a:extLst>
            </p:cNvPr>
            <p:cNvSpPr/>
            <p:nvPr/>
          </p:nvSpPr>
          <p:spPr>
            <a:xfrm>
              <a:off x="548640" y="2298192"/>
              <a:ext cx="3108960" cy="420624"/>
            </a:xfrm>
            <a:prstGeom prst="rect">
              <a:avLst/>
            </a:prstGeom>
            <a:solidFill>
              <a:srgbClr val="122848"/>
            </a:solidFill>
            <a:ln w="127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34">
              <a:extLst>
                <a:ext uri="{FF2B5EF4-FFF2-40B4-BE49-F238E27FC236}">
                  <a16:creationId xmlns:a16="http://schemas.microsoft.com/office/drawing/2014/main" id="{1347205A-62CB-D8EE-96F8-A7CF144EC3BB}"/>
                </a:ext>
              </a:extLst>
            </p:cNvPr>
            <p:cNvSpPr/>
            <p:nvPr/>
          </p:nvSpPr>
          <p:spPr>
            <a:xfrm>
              <a:off x="640080" y="2298192"/>
              <a:ext cx="1554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Question: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35">
              <a:extLst>
                <a:ext uri="{FF2B5EF4-FFF2-40B4-BE49-F238E27FC236}">
                  <a16:creationId xmlns:a16="http://schemas.microsoft.com/office/drawing/2014/main" id="{6326BEDB-ADD5-C24D-C32A-C85EE632A0A7}"/>
                </a:ext>
              </a:extLst>
            </p:cNvPr>
            <p:cNvSpPr/>
            <p:nvPr/>
          </p:nvSpPr>
          <p:spPr>
            <a:xfrm>
              <a:off x="880120" y="2298192"/>
              <a:ext cx="2640321"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white"/>
                  </a:solidFill>
                  <a:effectLst/>
                  <a:uLnTx/>
                  <a:uFillTx/>
                  <a:latin typeface="Calibri" panose="020F0502020204030204"/>
                  <a:ea typeface="+mn-ea"/>
                  <a:cs typeface="+mn-cs"/>
                </a:rPr>
                <a:t>How does ground NFZ height affect routes when OD points start on the ground?</a:t>
              </a:r>
            </a:p>
          </p:txBody>
        </p:sp>
        <p:sp>
          <p:nvSpPr>
            <p:cNvPr id="13" name="Shape 36">
              <a:extLst>
                <a:ext uri="{FF2B5EF4-FFF2-40B4-BE49-F238E27FC236}">
                  <a16:creationId xmlns:a16="http://schemas.microsoft.com/office/drawing/2014/main" id="{04107D0E-3E25-D28B-DBE2-833CFC4D4E45}"/>
                </a:ext>
              </a:extLst>
            </p:cNvPr>
            <p:cNvSpPr/>
            <p:nvPr/>
          </p:nvSpPr>
          <p:spPr>
            <a:xfrm>
              <a:off x="548640" y="2755392"/>
              <a:ext cx="3108960" cy="420624"/>
            </a:xfrm>
            <a:prstGeom prst="rect">
              <a:avLst/>
            </a:prstGeom>
            <a:solidFill>
              <a:srgbClr val="0E2040"/>
            </a:solidFill>
            <a:ln w="127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37">
              <a:extLst>
                <a:ext uri="{FF2B5EF4-FFF2-40B4-BE49-F238E27FC236}">
                  <a16:creationId xmlns:a16="http://schemas.microsoft.com/office/drawing/2014/main" id="{E74613BE-579A-0A61-B048-AC70B5135E21}"/>
                </a:ext>
              </a:extLst>
            </p:cNvPr>
            <p:cNvSpPr/>
            <p:nvPr/>
          </p:nvSpPr>
          <p:spPr>
            <a:xfrm>
              <a:off x="640080" y="2755392"/>
              <a:ext cx="1554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Constants: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38">
              <a:extLst>
                <a:ext uri="{FF2B5EF4-FFF2-40B4-BE49-F238E27FC236}">
                  <a16:creationId xmlns:a16="http://schemas.microsoft.com/office/drawing/2014/main" id="{6C9D5E4E-FE8B-DE95-1DCC-E1D1C559F3BF}"/>
                </a:ext>
              </a:extLst>
            </p:cNvPr>
            <p:cNvSpPr/>
            <p:nvPr/>
          </p:nvSpPr>
          <p:spPr>
            <a:xfrm>
              <a:off x="880119" y="2755392"/>
              <a:ext cx="2640321"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a:t>
              </a: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Same 73-building map, same 5 OD pairs, VG + Dijkstra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39">
              <a:extLst>
                <a:ext uri="{FF2B5EF4-FFF2-40B4-BE49-F238E27FC236}">
                  <a16:creationId xmlns:a16="http://schemas.microsoft.com/office/drawing/2014/main" id="{FD3830C7-727A-45A1-1643-2CE74F238E80}"/>
                </a:ext>
              </a:extLst>
            </p:cNvPr>
            <p:cNvSpPr/>
            <p:nvPr/>
          </p:nvSpPr>
          <p:spPr>
            <a:xfrm>
              <a:off x="548640" y="3212592"/>
              <a:ext cx="3108960" cy="420624"/>
            </a:xfrm>
            <a:prstGeom prst="rect">
              <a:avLst/>
            </a:prstGeom>
            <a:solidFill>
              <a:srgbClr val="122848"/>
            </a:solidFill>
            <a:ln w="12700">
              <a:solidFill>
                <a:srgbClr val="00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40">
              <a:extLst>
                <a:ext uri="{FF2B5EF4-FFF2-40B4-BE49-F238E27FC236}">
                  <a16:creationId xmlns:a16="http://schemas.microsoft.com/office/drawing/2014/main" id="{462B3FC1-22CC-D10D-3DD2-084FF4F11E2A}"/>
                </a:ext>
              </a:extLst>
            </p:cNvPr>
            <p:cNvSpPr/>
            <p:nvPr/>
          </p:nvSpPr>
          <p:spPr>
            <a:xfrm>
              <a:off x="640080" y="3212592"/>
              <a:ext cx="155448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Variable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41">
              <a:extLst>
                <a:ext uri="{FF2B5EF4-FFF2-40B4-BE49-F238E27FC236}">
                  <a16:creationId xmlns:a16="http://schemas.microsoft.com/office/drawing/2014/main" id="{45087A95-1339-0465-9F32-23C64B13905D}"/>
                </a:ext>
              </a:extLst>
            </p:cNvPr>
            <p:cNvSpPr/>
            <p:nvPr/>
          </p:nvSpPr>
          <p:spPr>
            <a:xfrm>
              <a:off x="880119" y="3212592"/>
              <a:ext cx="2640321"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Ground NFZ top height → 3 m, 5 m, 10 m, 15 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aphicFrame>
        <p:nvGraphicFramePr>
          <p:cNvPr id="39" name="Table 0">
            <a:extLst>
              <a:ext uri="{FF2B5EF4-FFF2-40B4-BE49-F238E27FC236}">
                <a16:creationId xmlns:a16="http://schemas.microsoft.com/office/drawing/2014/main" id="{8996219B-D5B6-8A8D-2600-BDD85BB7C44D}"/>
              </a:ext>
            </a:extLst>
          </p:cNvPr>
          <p:cNvGraphicFramePr>
            <a:graphicFrameLocks noGrp="1"/>
          </p:cNvGraphicFramePr>
          <p:nvPr/>
        </p:nvGraphicFramePr>
        <p:xfrm>
          <a:off x="548640" y="4139185"/>
          <a:ext cx="11155680" cy="2186094"/>
        </p:xfrm>
        <a:graphic>
          <a:graphicData uri="http://schemas.openxmlformats.org/drawingml/2006/table">
            <a:tbl>
              <a:tblPr/>
              <a:tblGrid>
                <a:gridCol w="895773">
                  <a:extLst>
                    <a:ext uri="{9D8B030D-6E8A-4147-A177-3AD203B41FA5}">
                      <a16:colId xmlns:a16="http://schemas.microsoft.com/office/drawing/2014/main" val="20000"/>
                    </a:ext>
                  </a:extLst>
                </a:gridCol>
                <a:gridCol w="1388534">
                  <a:extLst>
                    <a:ext uri="{9D8B030D-6E8A-4147-A177-3AD203B41FA5}">
                      <a16:colId xmlns:a16="http://schemas.microsoft.com/office/drawing/2014/main" val="20001"/>
                    </a:ext>
                  </a:extLst>
                </a:gridCol>
                <a:gridCol w="1346200">
                  <a:extLst>
                    <a:ext uri="{9D8B030D-6E8A-4147-A177-3AD203B41FA5}">
                      <a16:colId xmlns:a16="http://schemas.microsoft.com/office/drawing/2014/main" val="20002"/>
                    </a:ext>
                  </a:extLst>
                </a:gridCol>
                <a:gridCol w="1329266">
                  <a:extLst>
                    <a:ext uri="{9D8B030D-6E8A-4147-A177-3AD203B41FA5}">
                      <a16:colId xmlns:a16="http://schemas.microsoft.com/office/drawing/2014/main" val="20003"/>
                    </a:ext>
                  </a:extLst>
                </a:gridCol>
                <a:gridCol w="1388534">
                  <a:extLst>
                    <a:ext uri="{9D8B030D-6E8A-4147-A177-3AD203B41FA5}">
                      <a16:colId xmlns:a16="http://schemas.microsoft.com/office/drawing/2014/main" val="20004"/>
                    </a:ext>
                  </a:extLst>
                </a:gridCol>
                <a:gridCol w="1100666">
                  <a:extLst>
                    <a:ext uri="{9D8B030D-6E8A-4147-A177-3AD203B41FA5}">
                      <a16:colId xmlns:a16="http://schemas.microsoft.com/office/drawing/2014/main" val="20005"/>
                    </a:ext>
                  </a:extLst>
                </a:gridCol>
                <a:gridCol w="1066800">
                  <a:extLst>
                    <a:ext uri="{9D8B030D-6E8A-4147-A177-3AD203B41FA5}">
                      <a16:colId xmlns:a16="http://schemas.microsoft.com/office/drawing/2014/main" val="1683810541"/>
                    </a:ext>
                  </a:extLst>
                </a:gridCol>
                <a:gridCol w="2639907">
                  <a:extLst>
                    <a:ext uri="{9D8B030D-6E8A-4147-A177-3AD203B41FA5}">
                      <a16:colId xmlns:a16="http://schemas.microsoft.com/office/drawing/2014/main" val="2915346294"/>
                    </a:ext>
                  </a:extLst>
                </a:gridCol>
              </a:tblGrid>
              <a:tr h="36434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Rank</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Origin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X</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Y</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Dest Z</a:t>
                      </a:r>
                      <a:endPar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448.5643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125.2468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351.3167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449.0989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338.1380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341.1944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451.9773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381.4345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122.0160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332.4060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566.3802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183.0086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487.0879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568.6081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393.6677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341.1312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449.5192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567.1557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149.3834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375.7241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36434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550.7207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171.3541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494.3899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565.9755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0.0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398.6216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sp>
        <p:nvSpPr>
          <p:cNvPr id="40" name="Text 1">
            <a:extLst>
              <a:ext uri="{FF2B5EF4-FFF2-40B4-BE49-F238E27FC236}">
                <a16:creationId xmlns:a16="http://schemas.microsoft.com/office/drawing/2014/main" id="{2E5F169E-4E89-416D-66F8-C9A83687F862}"/>
              </a:ext>
            </a:extLst>
          </p:cNvPr>
          <p:cNvSpPr/>
          <p:nvPr/>
        </p:nvSpPr>
        <p:spPr>
          <a:xfrm>
            <a:off x="579120" y="3672331"/>
            <a:ext cx="11094720" cy="438573"/>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Origin Destination Pairs: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6965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a:extLst>
            <a:ext uri="{FF2B5EF4-FFF2-40B4-BE49-F238E27FC236}">
              <a16:creationId xmlns:a16="http://schemas.microsoft.com/office/drawing/2014/main" id="{7D95EE14-EC86-1865-CEED-F1A634DCA674}"/>
            </a:ext>
          </a:extLst>
        </p:cNvPr>
        <p:cNvGrpSpPr/>
        <p:nvPr/>
      </p:nvGrpSpPr>
      <p:grpSpPr>
        <a:xfrm>
          <a:off x="0" y="0"/>
          <a:ext cx="0" cy="0"/>
          <a:chOff x="0" y="0"/>
          <a:chExt cx="0" cy="0"/>
        </a:xfrm>
      </p:grpSpPr>
      <p:sp>
        <p:nvSpPr>
          <p:cNvPr id="315" name="Google Shape;315;p28">
            <a:extLst>
              <a:ext uri="{FF2B5EF4-FFF2-40B4-BE49-F238E27FC236}">
                <a16:creationId xmlns:a16="http://schemas.microsoft.com/office/drawing/2014/main" id="{F18983A5-BA92-7937-EC6B-9ABD1F234DB8}"/>
              </a:ext>
            </a:extLst>
          </p:cNvPr>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6" name="Google Shape;316;p28">
            <a:extLst>
              <a:ext uri="{FF2B5EF4-FFF2-40B4-BE49-F238E27FC236}">
                <a16:creationId xmlns:a16="http://schemas.microsoft.com/office/drawing/2014/main" id="{75D79ABD-AD50-7CCC-19A3-C44DA6CBF041}"/>
              </a:ext>
            </a:extLst>
          </p:cNvPr>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7" name="Google Shape;317;p28">
            <a:extLst>
              <a:ext uri="{FF2B5EF4-FFF2-40B4-BE49-F238E27FC236}">
                <a16:creationId xmlns:a16="http://schemas.microsoft.com/office/drawing/2014/main" id="{364985A8-8599-CA49-C4F4-20200203AEB9}"/>
              </a:ext>
            </a:extLst>
          </p:cNvPr>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3 m</a:t>
            </a:r>
            <a:endParaRPr kumimoji="0" sz="40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343" name="Google Shape;343;p28">
            <a:extLst>
              <a:ext uri="{FF2B5EF4-FFF2-40B4-BE49-F238E27FC236}">
                <a16:creationId xmlns:a16="http://schemas.microsoft.com/office/drawing/2014/main" id="{BC3F8019-8FEE-6789-ADAF-7C714912C64F}"/>
              </a:ext>
            </a:extLst>
          </p:cNvPr>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US"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5m</a:t>
            </a:r>
          </a:p>
        </p:txBody>
      </p:sp>
      <p:graphicFrame>
        <p:nvGraphicFramePr>
          <p:cNvPr id="26" name="Table 0">
            <a:extLst>
              <a:ext uri="{FF2B5EF4-FFF2-40B4-BE49-F238E27FC236}">
                <a16:creationId xmlns:a16="http://schemas.microsoft.com/office/drawing/2014/main" id="{3E280E13-3256-A668-3405-8F57E83F3553}"/>
              </a:ext>
            </a:extLst>
          </p:cNvPr>
          <p:cNvGraphicFramePr>
            <a:graphicFrameLocks noGrp="1"/>
          </p:cNvGraphicFramePr>
          <p:nvPr>
            <p:extLst>
              <p:ext uri="{D42A27DB-BD31-4B8C-83A1-F6EECF244321}">
                <p14:modId xmlns:p14="http://schemas.microsoft.com/office/powerpoint/2010/main" val="3062494331"/>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387.08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397.22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488.15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457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442.14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353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500.61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01306408-509A-D3CC-913E-839D50A7C94C}"/>
              </a:ext>
            </a:extLst>
          </p:cNvPr>
          <p:cNvGraphicFramePr>
            <a:graphicFrameLocks noGrp="1"/>
          </p:cNvGraphicFramePr>
          <p:nvPr>
            <p:extLst>
              <p:ext uri="{D42A27DB-BD31-4B8C-83A1-F6EECF244321}">
                <p14:modId xmlns:p14="http://schemas.microsoft.com/office/powerpoint/2010/main" val="1039137844"/>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441.07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452.87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493.22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460</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505.07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372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505.68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85FF5803-A0D0-0F5C-6385-7BBB04C65267}"/>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FF928240-9572-23BF-962C-5B329AA79A4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1" name="Shape 4">
              <a:extLst>
                <a:ext uri="{FF2B5EF4-FFF2-40B4-BE49-F238E27FC236}">
                  <a16:creationId xmlns:a16="http://schemas.microsoft.com/office/drawing/2014/main" id="{7DDF9F7D-33AD-9BAC-75D5-813E0F5BB805}"/>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Text 5">
              <a:extLst>
                <a:ext uri="{FF2B5EF4-FFF2-40B4-BE49-F238E27FC236}">
                  <a16:creationId xmlns:a16="http://schemas.microsoft.com/office/drawing/2014/main" id="{4C43FD2F-636E-55DC-14E1-F7148CB54E86}"/>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3"/>
                </a:rPr>
                <a:t>↑ Interactive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33" name="Text 6">
            <a:extLst>
              <a:ext uri="{FF2B5EF4-FFF2-40B4-BE49-F238E27FC236}">
                <a16:creationId xmlns:a16="http://schemas.microsoft.com/office/drawing/2014/main" id="{EB96FE22-2E91-5C74-E3BA-37FC043C2DF9}"/>
              </a:ext>
            </a:extLst>
          </p:cNvPr>
          <p:cNvSpPr/>
          <p:nvPr/>
        </p:nvSpPr>
        <p:spPr>
          <a:xfrm>
            <a:off x="929640" y="6081582"/>
            <a:ext cx="2560320" cy="428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5" name="Group 34">
            <a:extLst>
              <a:ext uri="{FF2B5EF4-FFF2-40B4-BE49-F238E27FC236}">
                <a16:creationId xmlns:a16="http://schemas.microsoft.com/office/drawing/2014/main" id="{3834BF91-225C-BAC1-8E29-C9109C6991AA}"/>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C4AEF5E2-62A9-4600-2366-629C32A41E68}"/>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7" name="Shape 4">
              <a:extLst>
                <a:ext uri="{FF2B5EF4-FFF2-40B4-BE49-F238E27FC236}">
                  <a16:creationId xmlns:a16="http://schemas.microsoft.com/office/drawing/2014/main" id="{7467F24C-35D9-A17F-E6FB-6043B05EC912}"/>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 name="Text 5">
              <a:extLst>
                <a:ext uri="{FF2B5EF4-FFF2-40B4-BE49-F238E27FC236}">
                  <a16:creationId xmlns:a16="http://schemas.microsoft.com/office/drawing/2014/main" id="{76E916DA-C1BB-592B-F496-F6465FAE3660}"/>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4"/>
                </a:rPr>
                <a:t>↑ Interactive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pic>
        <p:nvPicPr>
          <p:cNvPr id="2" name="Picture 1">
            <a:extLst>
              <a:ext uri="{FF2B5EF4-FFF2-40B4-BE49-F238E27FC236}">
                <a16:creationId xmlns:a16="http://schemas.microsoft.com/office/drawing/2014/main" id="{FFD0FF90-A060-D27B-374C-119193B1298A}"/>
              </a:ext>
            </a:extLst>
          </p:cNvPr>
          <p:cNvPicPr>
            <a:picLocks noChangeAspect="1"/>
          </p:cNvPicPr>
          <p:nvPr/>
        </p:nvPicPr>
        <p:blipFill>
          <a:blip r:embed="rId5"/>
          <a:stretch>
            <a:fillRect/>
          </a:stretch>
        </p:blipFill>
        <p:spPr>
          <a:xfrm>
            <a:off x="181832" y="1128818"/>
            <a:ext cx="2726652" cy="2514600"/>
          </a:xfrm>
          <a:prstGeom prst="rect">
            <a:avLst/>
          </a:prstGeom>
        </p:spPr>
      </p:pic>
      <p:pic>
        <p:nvPicPr>
          <p:cNvPr id="3" name="Picture 2">
            <a:extLst>
              <a:ext uri="{FF2B5EF4-FFF2-40B4-BE49-F238E27FC236}">
                <a16:creationId xmlns:a16="http://schemas.microsoft.com/office/drawing/2014/main" id="{CFBBB7FF-B70B-9AE9-5B5A-41D93950072C}"/>
              </a:ext>
            </a:extLst>
          </p:cNvPr>
          <p:cNvPicPr>
            <a:picLocks noChangeAspect="1"/>
          </p:cNvPicPr>
          <p:nvPr/>
        </p:nvPicPr>
        <p:blipFill>
          <a:blip r:embed="rId6"/>
          <a:stretch>
            <a:fillRect/>
          </a:stretch>
        </p:blipFill>
        <p:spPr>
          <a:xfrm>
            <a:off x="2945054" y="1128818"/>
            <a:ext cx="2922905" cy="2514600"/>
          </a:xfrm>
          <a:prstGeom prst="rect">
            <a:avLst/>
          </a:prstGeom>
        </p:spPr>
      </p:pic>
      <p:pic>
        <p:nvPicPr>
          <p:cNvPr id="4" name="Picture 3">
            <a:extLst>
              <a:ext uri="{FF2B5EF4-FFF2-40B4-BE49-F238E27FC236}">
                <a16:creationId xmlns:a16="http://schemas.microsoft.com/office/drawing/2014/main" id="{6F74FE4F-9E2E-530E-DBD2-EB86E8B28567}"/>
              </a:ext>
            </a:extLst>
          </p:cNvPr>
          <p:cNvPicPr>
            <a:picLocks noChangeAspect="1"/>
          </p:cNvPicPr>
          <p:nvPr/>
        </p:nvPicPr>
        <p:blipFill>
          <a:blip r:embed="rId7"/>
          <a:stretch>
            <a:fillRect/>
          </a:stretch>
        </p:blipFill>
        <p:spPr>
          <a:xfrm>
            <a:off x="178556" y="3673476"/>
            <a:ext cx="2741930" cy="1426845"/>
          </a:xfrm>
          <a:prstGeom prst="rect">
            <a:avLst/>
          </a:prstGeom>
        </p:spPr>
      </p:pic>
      <p:pic>
        <p:nvPicPr>
          <p:cNvPr id="5" name="Picture 4">
            <a:extLst>
              <a:ext uri="{FF2B5EF4-FFF2-40B4-BE49-F238E27FC236}">
                <a16:creationId xmlns:a16="http://schemas.microsoft.com/office/drawing/2014/main" id="{26FBA9E9-B628-9435-714D-FC3AE88B77FA}"/>
              </a:ext>
            </a:extLst>
          </p:cNvPr>
          <p:cNvPicPr>
            <a:picLocks noChangeAspect="1"/>
          </p:cNvPicPr>
          <p:nvPr/>
        </p:nvPicPr>
        <p:blipFill>
          <a:blip r:embed="rId8"/>
          <a:stretch>
            <a:fillRect/>
          </a:stretch>
        </p:blipFill>
        <p:spPr>
          <a:xfrm>
            <a:off x="2957072" y="3688503"/>
            <a:ext cx="2922905" cy="1393546"/>
          </a:xfrm>
          <a:prstGeom prst="rect">
            <a:avLst/>
          </a:prstGeom>
        </p:spPr>
      </p:pic>
      <p:pic>
        <p:nvPicPr>
          <p:cNvPr id="6" name="Picture 5">
            <a:extLst>
              <a:ext uri="{FF2B5EF4-FFF2-40B4-BE49-F238E27FC236}">
                <a16:creationId xmlns:a16="http://schemas.microsoft.com/office/drawing/2014/main" id="{E7E4F20C-DD5B-FE98-E702-49E3562D8497}"/>
              </a:ext>
            </a:extLst>
          </p:cNvPr>
          <p:cNvPicPr>
            <a:picLocks noChangeAspect="1"/>
          </p:cNvPicPr>
          <p:nvPr/>
        </p:nvPicPr>
        <p:blipFill>
          <a:blip r:embed="rId9"/>
          <a:stretch>
            <a:fillRect/>
          </a:stretch>
        </p:blipFill>
        <p:spPr>
          <a:xfrm>
            <a:off x="6228191" y="1128818"/>
            <a:ext cx="2604135" cy="2514600"/>
          </a:xfrm>
          <a:prstGeom prst="rect">
            <a:avLst/>
          </a:prstGeom>
        </p:spPr>
      </p:pic>
      <p:pic>
        <p:nvPicPr>
          <p:cNvPr id="7" name="Picture 6">
            <a:extLst>
              <a:ext uri="{FF2B5EF4-FFF2-40B4-BE49-F238E27FC236}">
                <a16:creationId xmlns:a16="http://schemas.microsoft.com/office/drawing/2014/main" id="{63B87B0C-FECE-61D3-97BB-EBF0FB4D62D4}"/>
              </a:ext>
            </a:extLst>
          </p:cNvPr>
          <p:cNvPicPr>
            <a:picLocks noChangeAspect="1"/>
          </p:cNvPicPr>
          <p:nvPr/>
        </p:nvPicPr>
        <p:blipFill>
          <a:blip r:embed="rId10"/>
          <a:stretch>
            <a:fillRect/>
          </a:stretch>
        </p:blipFill>
        <p:spPr>
          <a:xfrm>
            <a:off x="8933682" y="1128818"/>
            <a:ext cx="2949575" cy="2514600"/>
          </a:xfrm>
          <a:prstGeom prst="rect">
            <a:avLst/>
          </a:prstGeom>
        </p:spPr>
      </p:pic>
      <p:pic>
        <p:nvPicPr>
          <p:cNvPr id="8" name="Picture 7">
            <a:extLst>
              <a:ext uri="{FF2B5EF4-FFF2-40B4-BE49-F238E27FC236}">
                <a16:creationId xmlns:a16="http://schemas.microsoft.com/office/drawing/2014/main" id="{B74DDE98-217D-10D1-3070-27D80DF48A62}"/>
              </a:ext>
            </a:extLst>
          </p:cNvPr>
          <p:cNvPicPr>
            <a:picLocks noChangeAspect="1"/>
          </p:cNvPicPr>
          <p:nvPr/>
        </p:nvPicPr>
        <p:blipFill>
          <a:blip r:embed="rId11"/>
          <a:stretch>
            <a:fillRect/>
          </a:stretch>
        </p:blipFill>
        <p:spPr>
          <a:xfrm>
            <a:off x="6228191" y="3678920"/>
            <a:ext cx="2632290" cy="1403129"/>
          </a:xfrm>
          <a:prstGeom prst="rect">
            <a:avLst/>
          </a:prstGeom>
        </p:spPr>
      </p:pic>
      <p:pic>
        <p:nvPicPr>
          <p:cNvPr id="9" name="Picture 8">
            <a:extLst>
              <a:ext uri="{FF2B5EF4-FFF2-40B4-BE49-F238E27FC236}">
                <a16:creationId xmlns:a16="http://schemas.microsoft.com/office/drawing/2014/main" id="{FC01DC59-5932-9D62-4B6D-51014645C3FA}"/>
              </a:ext>
            </a:extLst>
          </p:cNvPr>
          <p:cNvPicPr>
            <a:picLocks noChangeAspect="1"/>
          </p:cNvPicPr>
          <p:nvPr/>
        </p:nvPicPr>
        <p:blipFill>
          <a:blip r:embed="rId12"/>
          <a:stretch>
            <a:fillRect/>
          </a:stretch>
        </p:blipFill>
        <p:spPr>
          <a:xfrm>
            <a:off x="8956085" y="3706671"/>
            <a:ext cx="2927172" cy="1375378"/>
          </a:xfrm>
          <a:prstGeom prst="rect">
            <a:avLst/>
          </a:prstGeom>
        </p:spPr>
      </p:pic>
    </p:spTree>
    <p:extLst>
      <p:ext uri="{BB962C8B-B14F-4D97-AF65-F5344CB8AC3E}">
        <p14:creationId xmlns:p14="http://schemas.microsoft.com/office/powerpoint/2010/main" val="1516039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Shape 314">
          <a:extLst>
            <a:ext uri="{FF2B5EF4-FFF2-40B4-BE49-F238E27FC236}">
              <a16:creationId xmlns:a16="http://schemas.microsoft.com/office/drawing/2014/main" id="{115979B3-37DC-879A-E94B-953D817AD479}"/>
            </a:ext>
          </a:extLst>
        </p:cNvPr>
        <p:cNvGrpSpPr/>
        <p:nvPr/>
      </p:nvGrpSpPr>
      <p:grpSpPr>
        <a:xfrm>
          <a:off x="0" y="0"/>
          <a:ext cx="0" cy="0"/>
          <a:chOff x="0" y="0"/>
          <a:chExt cx="0" cy="0"/>
        </a:xfrm>
      </p:grpSpPr>
      <p:sp>
        <p:nvSpPr>
          <p:cNvPr id="315" name="Google Shape;315;p28">
            <a:extLst>
              <a:ext uri="{FF2B5EF4-FFF2-40B4-BE49-F238E27FC236}">
                <a16:creationId xmlns:a16="http://schemas.microsoft.com/office/drawing/2014/main" id="{6F23B0FF-B7D8-C338-1899-5D35BCA4204F}"/>
              </a:ext>
            </a:extLst>
          </p:cNvPr>
          <p:cNvSpPr/>
          <p:nvPr/>
        </p:nvSpPr>
        <p:spPr>
          <a:xfrm>
            <a:off x="17" y="0"/>
            <a:ext cx="6096000" cy="6858000"/>
          </a:xfrm>
          <a:prstGeom prst="rect">
            <a:avLst/>
          </a:prstGeom>
          <a:solidFill>
            <a:srgbClr val="1B263B"/>
          </a:solidFill>
          <a:ln w="12700" cap="flat" cmpd="sng">
            <a:solidFill>
              <a:srgbClr val="1B263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6" name="Google Shape;316;p28">
            <a:extLst>
              <a:ext uri="{FF2B5EF4-FFF2-40B4-BE49-F238E27FC236}">
                <a16:creationId xmlns:a16="http://schemas.microsoft.com/office/drawing/2014/main" id="{25DA526F-25BE-7700-2A8C-07B489554B7A}"/>
              </a:ext>
            </a:extLst>
          </p:cNvPr>
          <p:cNvSpPr/>
          <p:nvPr/>
        </p:nvSpPr>
        <p:spPr>
          <a:xfrm>
            <a:off x="6059387" y="0"/>
            <a:ext cx="73200" cy="6858000"/>
          </a:xfrm>
          <a:prstGeom prst="rect">
            <a:avLst/>
          </a:prstGeom>
          <a:solidFill>
            <a:srgbClr val="2E86AB"/>
          </a:solidFill>
          <a:ln w="12700" cap="flat" cmpd="sng">
            <a:solidFill>
              <a:srgbClr val="2E86AB"/>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Pts val="1400"/>
              <a:buFontTx/>
              <a:buNone/>
              <a:tabLst/>
              <a:defRPr/>
            </a:pPr>
            <a:endParaRPr kumimoji="0" sz="1867"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17" name="Google Shape;317;p28">
            <a:extLst>
              <a:ext uri="{FF2B5EF4-FFF2-40B4-BE49-F238E27FC236}">
                <a16:creationId xmlns:a16="http://schemas.microsoft.com/office/drawing/2014/main" id="{AD931CF1-A27E-C229-C230-98305A49456F}"/>
              </a:ext>
            </a:extLst>
          </p:cNvPr>
          <p:cNvSpPr/>
          <p:nvPr/>
        </p:nvSpPr>
        <p:spPr>
          <a:xfrm>
            <a:off x="1002267" y="299167"/>
            <a:ext cx="4145200" cy="767633"/>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10 m</a:t>
            </a:r>
            <a:endParaRPr kumimoji="0" sz="40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343" name="Google Shape;343;p28">
            <a:extLst>
              <a:ext uri="{FF2B5EF4-FFF2-40B4-BE49-F238E27FC236}">
                <a16:creationId xmlns:a16="http://schemas.microsoft.com/office/drawing/2014/main" id="{3680D8FB-4C18-4711-E57E-92666142A357}"/>
              </a:ext>
            </a:extLst>
          </p:cNvPr>
          <p:cNvSpPr/>
          <p:nvPr/>
        </p:nvSpPr>
        <p:spPr>
          <a:xfrm>
            <a:off x="7044533" y="299167"/>
            <a:ext cx="4145200" cy="835366"/>
          </a:xfrm>
          <a:prstGeom prst="rect">
            <a:avLst/>
          </a:prstGeom>
          <a:noFill/>
          <a:ln>
            <a:noFill/>
          </a:ln>
        </p:spPr>
        <p:txBody>
          <a:bodyPr spcFirstLastPara="1" wrap="square" lIns="0" tIns="0" rIns="0" bIns="0" anchor="ctr" anchorCtr="0">
            <a:noAutofit/>
          </a:bodyPr>
          <a:lstStyle/>
          <a:p>
            <a:pPr marL="0" marR="0" lvl="0" indent="0" algn="ctr" defTabSz="1219170" rtl="0" eaLnBrk="1" fontAlgn="auto" latinLnBrk="0" hangingPunct="1">
              <a:lnSpc>
                <a:spcPct val="100000"/>
              </a:lnSpc>
              <a:spcBef>
                <a:spcPts val="0"/>
              </a:spcBef>
              <a:spcAft>
                <a:spcPts val="0"/>
              </a:spcAft>
              <a:buClr>
                <a:srgbClr val="FFFFFF"/>
              </a:buClr>
              <a:buSzPts val="3000"/>
              <a:buFontTx/>
              <a:buNone/>
              <a:tabLst/>
              <a:defRPr/>
            </a:pPr>
            <a:r>
              <a:rPr kumimoji="0" lang="en-US" sz="4000" b="0" i="0" u="none" strike="noStrike" kern="0" cap="none" spc="0" normalizeH="0" baseline="0" noProof="0" dirty="0">
                <a:ln>
                  <a:noFill/>
                </a:ln>
                <a:solidFill>
                  <a:srgbClr val="FFFFFF"/>
                </a:solidFill>
                <a:effectLst/>
                <a:uLnTx/>
                <a:uFillTx/>
                <a:latin typeface="Calibri"/>
                <a:ea typeface="Calibri"/>
                <a:cs typeface="Calibri"/>
                <a:sym typeface="Calibri"/>
              </a:rPr>
              <a:t>No Fly Zone = 15m</a:t>
            </a:r>
          </a:p>
        </p:txBody>
      </p:sp>
      <p:graphicFrame>
        <p:nvGraphicFramePr>
          <p:cNvPr id="26" name="Table 0">
            <a:extLst>
              <a:ext uri="{FF2B5EF4-FFF2-40B4-BE49-F238E27FC236}">
                <a16:creationId xmlns:a16="http://schemas.microsoft.com/office/drawing/2014/main" id="{BB83B436-757E-2000-4AAD-FD3752BBC064}"/>
              </a:ext>
            </a:extLst>
          </p:cNvPr>
          <p:cNvGraphicFramePr>
            <a:graphicFrameLocks noGrp="1"/>
          </p:cNvGraphicFramePr>
          <p:nvPr>
            <p:extLst>
              <p:ext uri="{D42A27DB-BD31-4B8C-83A1-F6EECF244321}">
                <p14:modId xmlns:p14="http://schemas.microsoft.com/office/powerpoint/2010/main" val="1900730020"/>
              </p:ext>
            </p:extLst>
          </p:nvPr>
        </p:nvGraphicFramePr>
        <p:xfrm>
          <a:off x="168330"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569.51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553.98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345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515.61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467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586.43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530.41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476</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aphicFrame>
        <p:nvGraphicFramePr>
          <p:cNvPr id="27" name="Table 0">
            <a:extLst>
              <a:ext uri="{FF2B5EF4-FFF2-40B4-BE49-F238E27FC236}">
                <a16:creationId xmlns:a16="http://schemas.microsoft.com/office/drawing/2014/main" id="{E2EAC7F3-9949-5BCA-F65C-812F6E8CC494}"/>
              </a:ext>
            </a:extLst>
          </p:cNvPr>
          <p:cNvGraphicFramePr>
            <a:graphicFrameLocks noGrp="1"/>
          </p:cNvGraphicFramePr>
          <p:nvPr>
            <p:extLst>
              <p:ext uri="{D42A27DB-BD31-4B8C-83A1-F6EECF244321}">
                <p14:modId xmlns:p14="http://schemas.microsoft.com/office/powerpoint/2010/main" val="3214366437"/>
              </p:ext>
            </p:extLst>
          </p:nvPr>
        </p:nvGraphicFramePr>
        <p:xfrm>
          <a:off x="6228191" y="5123773"/>
          <a:ext cx="5806900" cy="1199388"/>
        </p:xfrm>
        <a:graphic>
          <a:graphicData uri="http://schemas.openxmlformats.org/drawingml/2006/table">
            <a:tbl>
              <a:tblPr/>
              <a:tblGrid>
                <a:gridCol w="1432766">
                  <a:extLst>
                    <a:ext uri="{9D8B030D-6E8A-4147-A177-3AD203B41FA5}">
                      <a16:colId xmlns:a16="http://schemas.microsoft.com/office/drawing/2014/main" val="20000"/>
                    </a:ext>
                  </a:extLst>
                </a:gridCol>
                <a:gridCol w="2220923">
                  <a:extLst>
                    <a:ext uri="{9D8B030D-6E8A-4147-A177-3AD203B41FA5}">
                      <a16:colId xmlns:a16="http://schemas.microsoft.com/office/drawing/2014/main" val="20001"/>
                    </a:ext>
                  </a:extLst>
                </a:gridCol>
                <a:gridCol w="2153211">
                  <a:extLst>
                    <a:ext uri="{9D8B030D-6E8A-4147-A177-3AD203B41FA5}">
                      <a16:colId xmlns:a16="http://schemas.microsoft.com/office/drawing/2014/main" val="20002"/>
                    </a:ext>
                  </a:extLst>
                </a:gridCol>
              </a:tblGrid>
              <a:tr h="184969">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Pair</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Distance</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marL="0" marR="0" algn="ctr">
                        <a:lnSpc>
                          <a:spcPct val="115000"/>
                        </a:lnSpc>
                        <a:spcAft>
                          <a:spcPts val="800"/>
                        </a:spcAft>
                        <a:buNone/>
                      </a:pPr>
                      <a:r>
                        <a:rPr lang="en-US" sz="1200" b="1"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Waypoints</a:t>
                      </a:r>
                      <a:endPar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1</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586.33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329</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578.74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3</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538.58</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475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604.37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337</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184969">
                <a:tc>
                  <a:txBody>
                    <a:bodyPr/>
                    <a:lstStyle/>
                    <a:p>
                      <a:pPr marL="0" marR="0" algn="ctr">
                        <a:lnSpc>
                          <a:spcPct val="115000"/>
                        </a:lnSpc>
                        <a:spcAft>
                          <a:spcPts val="800"/>
                        </a:spcAft>
                        <a:buNone/>
                      </a:pPr>
                      <a:r>
                        <a:rPr lang="en-US" sz="1200" kern="100">
                          <a:solidFill>
                            <a:schemeClr val="bg1"/>
                          </a:solidFill>
                          <a:effectLst/>
                          <a:latin typeface="Aptos" panose="020B0004020202020204" pitchFamily="34" charset="0"/>
                          <a:ea typeface="Aptos" panose="020B0004020202020204" pitchFamily="34" charset="0"/>
                          <a:cs typeface="Times New Roman" panose="02020603050405020304" pitchFamily="18" charset="0"/>
                        </a:rPr>
                        <a:t>5</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587.34</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marL="0" marR="0" algn="ctr">
                        <a:lnSpc>
                          <a:spcPct val="115000"/>
                        </a:lnSpc>
                        <a:spcAft>
                          <a:spcPts val="800"/>
                        </a:spcAft>
                        <a:buNone/>
                      </a:pPr>
                      <a:r>
                        <a:rPr lang="en-US" sz="12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482</a:t>
                      </a:r>
                    </a:p>
                  </a:txBody>
                  <a:tcPr marL="68580" marR="68580" marT="0" marB="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bl>
          </a:graphicData>
        </a:graphic>
      </p:graphicFrame>
      <p:grpSp>
        <p:nvGrpSpPr>
          <p:cNvPr id="34" name="Group 33">
            <a:extLst>
              <a:ext uri="{FF2B5EF4-FFF2-40B4-BE49-F238E27FC236}">
                <a16:creationId xmlns:a16="http://schemas.microsoft.com/office/drawing/2014/main" id="{21A9A11A-7930-3E0F-C1C6-725D6DE41645}"/>
              </a:ext>
            </a:extLst>
          </p:cNvPr>
          <p:cNvGrpSpPr/>
          <p:nvPr/>
        </p:nvGrpSpPr>
        <p:grpSpPr>
          <a:xfrm>
            <a:off x="168329" y="6427788"/>
            <a:ext cx="5795453" cy="321819"/>
            <a:chOff x="168329" y="6427788"/>
            <a:chExt cx="5795453" cy="321819"/>
          </a:xfrm>
        </p:grpSpPr>
        <p:sp>
          <p:nvSpPr>
            <p:cNvPr id="30" name="Shape 3">
              <a:extLst>
                <a:ext uri="{FF2B5EF4-FFF2-40B4-BE49-F238E27FC236}">
                  <a16:creationId xmlns:a16="http://schemas.microsoft.com/office/drawing/2014/main" id="{BB847D7E-1474-0529-AF89-0044875EE6BE}"/>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1" name="Shape 4">
              <a:extLst>
                <a:ext uri="{FF2B5EF4-FFF2-40B4-BE49-F238E27FC236}">
                  <a16:creationId xmlns:a16="http://schemas.microsoft.com/office/drawing/2014/main" id="{8D0FF191-7B3F-A688-867C-075904888415}"/>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2" name="Text 5">
              <a:extLst>
                <a:ext uri="{FF2B5EF4-FFF2-40B4-BE49-F238E27FC236}">
                  <a16:creationId xmlns:a16="http://schemas.microsoft.com/office/drawing/2014/main" id="{D8B6E197-BAA1-5AF0-FA11-924BE0A2696F}"/>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3"/>
                </a:rPr>
                <a:t>↑ </a:t>
              </a: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4"/>
                </a:rPr>
                <a:t>Interactive</a:t>
              </a: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3"/>
                </a:rPr>
                <a:t>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sp>
        <p:nvSpPr>
          <p:cNvPr id="33" name="Text 6">
            <a:extLst>
              <a:ext uri="{FF2B5EF4-FFF2-40B4-BE49-F238E27FC236}">
                <a16:creationId xmlns:a16="http://schemas.microsoft.com/office/drawing/2014/main" id="{65D169C8-0A3C-5BFF-9729-1125B5C277F4}"/>
              </a:ext>
            </a:extLst>
          </p:cNvPr>
          <p:cNvSpPr/>
          <p:nvPr/>
        </p:nvSpPr>
        <p:spPr>
          <a:xfrm>
            <a:off x="929640" y="6081582"/>
            <a:ext cx="2560320" cy="4285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50" b="0" i="0" u="none" strike="noStrike" kern="1200" cap="none" spc="0" normalizeH="0" baseline="0" noProof="0" dirty="0">
              <a:ln>
                <a:noFill/>
              </a:ln>
              <a:solidFill>
                <a:srgbClr val="000000"/>
              </a:solidFill>
              <a:effectLst/>
              <a:uLnTx/>
              <a:uFillTx/>
              <a:latin typeface="Arial"/>
              <a:ea typeface="+mn-ea"/>
              <a:cs typeface="+mn-cs"/>
            </a:endParaRPr>
          </a:p>
        </p:txBody>
      </p:sp>
      <p:grpSp>
        <p:nvGrpSpPr>
          <p:cNvPr id="35" name="Group 34">
            <a:extLst>
              <a:ext uri="{FF2B5EF4-FFF2-40B4-BE49-F238E27FC236}">
                <a16:creationId xmlns:a16="http://schemas.microsoft.com/office/drawing/2014/main" id="{D9B4DC78-F2AF-D478-10BC-F12E6D4DC403}"/>
              </a:ext>
            </a:extLst>
          </p:cNvPr>
          <p:cNvGrpSpPr/>
          <p:nvPr/>
        </p:nvGrpSpPr>
        <p:grpSpPr>
          <a:xfrm>
            <a:off x="6216743" y="6443368"/>
            <a:ext cx="5795453" cy="321819"/>
            <a:chOff x="168329" y="6427788"/>
            <a:chExt cx="5795453" cy="321819"/>
          </a:xfrm>
        </p:grpSpPr>
        <p:sp>
          <p:nvSpPr>
            <p:cNvPr id="36" name="Shape 3">
              <a:extLst>
                <a:ext uri="{FF2B5EF4-FFF2-40B4-BE49-F238E27FC236}">
                  <a16:creationId xmlns:a16="http://schemas.microsoft.com/office/drawing/2014/main" id="{CF6B4CFA-3F12-DB8B-A77C-771FF1E4917D}"/>
                </a:ext>
              </a:extLst>
            </p:cNvPr>
            <p:cNvSpPr/>
            <p:nvPr/>
          </p:nvSpPr>
          <p:spPr>
            <a:xfrm>
              <a:off x="168329" y="6427788"/>
              <a:ext cx="5795453" cy="31167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mn-cs"/>
              </a:endParaRPr>
            </a:p>
          </p:txBody>
        </p:sp>
        <p:sp>
          <p:nvSpPr>
            <p:cNvPr id="37" name="Shape 4">
              <a:extLst>
                <a:ext uri="{FF2B5EF4-FFF2-40B4-BE49-F238E27FC236}">
                  <a16:creationId xmlns:a16="http://schemas.microsoft.com/office/drawing/2014/main" id="{81383519-8F9C-A598-3457-764E743A8DEB}"/>
                </a:ext>
              </a:extLst>
            </p:cNvPr>
            <p:cNvSpPr/>
            <p:nvPr/>
          </p:nvSpPr>
          <p:spPr>
            <a:xfrm>
              <a:off x="168329" y="6428193"/>
              <a:ext cx="45720" cy="321414"/>
            </a:xfrm>
            <a:prstGeom prst="rect">
              <a:avLst/>
            </a:prstGeom>
            <a:solidFill>
              <a:srgbClr val="00C8E8"/>
            </a:solidFill>
            <a:ln w="12700">
              <a:solidFill>
                <a:srgbClr val="00C8E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38" name="Text 5">
              <a:extLst>
                <a:ext uri="{FF2B5EF4-FFF2-40B4-BE49-F238E27FC236}">
                  <a16:creationId xmlns:a16="http://schemas.microsoft.com/office/drawing/2014/main" id="{D8ABCC83-AD6B-74D8-9A67-CE92448FEC46}"/>
                </a:ext>
              </a:extLst>
            </p:cNvPr>
            <p:cNvSpPr/>
            <p:nvPr/>
          </p:nvSpPr>
          <p:spPr>
            <a:xfrm>
              <a:off x="420101" y="6443295"/>
              <a:ext cx="2560320" cy="272715"/>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hlinkClick r:id="rId5"/>
                </a:rPr>
                <a:t>↑ Interactive Image</a:t>
              </a:r>
              <a:endParaRPr kumimoji="0" lang="en-US" sz="950" b="0" i="0" u="none" strike="noStrike" kern="1200" cap="none" spc="0" normalizeH="0" baseline="0" noProof="0" dirty="0">
                <a:ln>
                  <a:noFill/>
                </a:ln>
                <a:solidFill>
                  <a:srgbClr val="000000"/>
                </a:solidFill>
                <a:effectLst/>
                <a:uLnTx/>
                <a:uFillTx/>
                <a:latin typeface="Arial"/>
                <a:ea typeface="+mn-ea"/>
                <a:cs typeface="+mn-cs"/>
              </a:endParaRPr>
            </a:p>
          </p:txBody>
        </p:sp>
      </p:grpSp>
      <p:pic>
        <p:nvPicPr>
          <p:cNvPr id="10" name="Picture 9">
            <a:extLst>
              <a:ext uri="{FF2B5EF4-FFF2-40B4-BE49-F238E27FC236}">
                <a16:creationId xmlns:a16="http://schemas.microsoft.com/office/drawing/2014/main" id="{F68B2289-E950-7FB5-4E3B-047AB22D4433}"/>
              </a:ext>
            </a:extLst>
          </p:cNvPr>
          <p:cNvPicPr>
            <a:picLocks noChangeAspect="1"/>
          </p:cNvPicPr>
          <p:nvPr/>
        </p:nvPicPr>
        <p:blipFill>
          <a:blip r:embed="rId6"/>
          <a:stretch>
            <a:fillRect/>
          </a:stretch>
        </p:blipFill>
        <p:spPr>
          <a:xfrm>
            <a:off x="168329" y="1134533"/>
            <a:ext cx="2696222" cy="2514600"/>
          </a:xfrm>
          <a:prstGeom prst="rect">
            <a:avLst/>
          </a:prstGeom>
        </p:spPr>
      </p:pic>
      <p:pic>
        <p:nvPicPr>
          <p:cNvPr id="11" name="Picture 10">
            <a:extLst>
              <a:ext uri="{FF2B5EF4-FFF2-40B4-BE49-F238E27FC236}">
                <a16:creationId xmlns:a16="http://schemas.microsoft.com/office/drawing/2014/main" id="{317F9DA4-5735-9CCA-450E-ED2BB33B0A53}"/>
              </a:ext>
            </a:extLst>
          </p:cNvPr>
          <p:cNvPicPr>
            <a:picLocks noChangeAspect="1"/>
          </p:cNvPicPr>
          <p:nvPr/>
        </p:nvPicPr>
        <p:blipFill>
          <a:blip r:embed="rId7"/>
          <a:stretch>
            <a:fillRect/>
          </a:stretch>
        </p:blipFill>
        <p:spPr>
          <a:xfrm>
            <a:off x="2941797" y="1134533"/>
            <a:ext cx="2991828" cy="2514600"/>
          </a:xfrm>
          <a:prstGeom prst="rect">
            <a:avLst/>
          </a:prstGeom>
        </p:spPr>
      </p:pic>
      <p:pic>
        <p:nvPicPr>
          <p:cNvPr id="13" name="Picture 12">
            <a:extLst>
              <a:ext uri="{FF2B5EF4-FFF2-40B4-BE49-F238E27FC236}">
                <a16:creationId xmlns:a16="http://schemas.microsoft.com/office/drawing/2014/main" id="{33B92D80-5D70-CB4B-2025-DAC7AB433C49}"/>
              </a:ext>
            </a:extLst>
          </p:cNvPr>
          <p:cNvPicPr>
            <a:picLocks noChangeAspect="1"/>
          </p:cNvPicPr>
          <p:nvPr/>
        </p:nvPicPr>
        <p:blipFill>
          <a:blip r:embed="rId8"/>
          <a:srcRect t="11425" b="7341"/>
          <a:stretch>
            <a:fillRect/>
          </a:stretch>
        </p:blipFill>
        <p:spPr>
          <a:xfrm>
            <a:off x="168328" y="3736683"/>
            <a:ext cx="2846315" cy="1268552"/>
          </a:xfrm>
          <a:prstGeom prst="rect">
            <a:avLst/>
          </a:prstGeom>
        </p:spPr>
      </p:pic>
      <p:pic>
        <p:nvPicPr>
          <p:cNvPr id="14" name="Picture 13">
            <a:extLst>
              <a:ext uri="{FF2B5EF4-FFF2-40B4-BE49-F238E27FC236}">
                <a16:creationId xmlns:a16="http://schemas.microsoft.com/office/drawing/2014/main" id="{E668A37D-A635-0873-CCF9-FB051D765FC0}"/>
              </a:ext>
            </a:extLst>
          </p:cNvPr>
          <p:cNvPicPr>
            <a:picLocks noChangeAspect="1"/>
          </p:cNvPicPr>
          <p:nvPr/>
        </p:nvPicPr>
        <p:blipFill rotWithShape="1">
          <a:blip r:embed="rId9"/>
          <a:srcRect t="10622" b="12432"/>
          <a:stretch>
            <a:fillRect/>
          </a:stretch>
        </p:blipFill>
        <p:spPr bwMode="auto">
          <a:xfrm>
            <a:off x="3098800" y="3735313"/>
            <a:ext cx="2834825" cy="1271016"/>
          </a:xfrm>
          <a:prstGeom prst="rect">
            <a:avLst/>
          </a:prstGeom>
          <a:ln>
            <a:noFill/>
          </a:ln>
          <a:extLst>
            <a:ext uri="{53640926-AAD7-44D8-BBD7-CCE9431645EC}">
              <a14:shadowObscured xmlns:a14="http://schemas.microsoft.com/office/drawing/2010/main"/>
            </a:ext>
          </a:extLst>
        </p:spPr>
      </p:pic>
      <p:pic>
        <p:nvPicPr>
          <p:cNvPr id="15" name="Picture 14">
            <a:extLst>
              <a:ext uri="{FF2B5EF4-FFF2-40B4-BE49-F238E27FC236}">
                <a16:creationId xmlns:a16="http://schemas.microsoft.com/office/drawing/2014/main" id="{0261C531-31AC-03B5-9E61-8EE348569E19}"/>
              </a:ext>
            </a:extLst>
          </p:cNvPr>
          <p:cNvPicPr>
            <a:picLocks noChangeAspect="1"/>
          </p:cNvPicPr>
          <p:nvPr/>
        </p:nvPicPr>
        <p:blipFill>
          <a:blip r:embed="rId10"/>
          <a:stretch>
            <a:fillRect/>
          </a:stretch>
        </p:blipFill>
        <p:spPr>
          <a:xfrm>
            <a:off x="6211836" y="1134533"/>
            <a:ext cx="2712085" cy="2514600"/>
          </a:xfrm>
          <a:prstGeom prst="rect">
            <a:avLst/>
          </a:prstGeom>
        </p:spPr>
      </p:pic>
      <p:pic>
        <p:nvPicPr>
          <p:cNvPr id="16" name="Picture 15">
            <a:extLst>
              <a:ext uri="{FF2B5EF4-FFF2-40B4-BE49-F238E27FC236}">
                <a16:creationId xmlns:a16="http://schemas.microsoft.com/office/drawing/2014/main" id="{43E9795D-48AC-59E8-9F0E-C6DC8BFEC95C}"/>
              </a:ext>
            </a:extLst>
          </p:cNvPr>
          <p:cNvPicPr>
            <a:picLocks noChangeAspect="1"/>
          </p:cNvPicPr>
          <p:nvPr/>
        </p:nvPicPr>
        <p:blipFill>
          <a:blip r:embed="rId11"/>
          <a:stretch>
            <a:fillRect/>
          </a:stretch>
        </p:blipFill>
        <p:spPr>
          <a:xfrm>
            <a:off x="8978369" y="1134533"/>
            <a:ext cx="2962986" cy="2514600"/>
          </a:xfrm>
          <a:prstGeom prst="rect">
            <a:avLst/>
          </a:prstGeom>
        </p:spPr>
      </p:pic>
      <p:pic>
        <p:nvPicPr>
          <p:cNvPr id="17" name="Picture 16">
            <a:extLst>
              <a:ext uri="{FF2B5EF4-FFF2-40B4-BE49-F238E27FC236}">
                <a16:creationId xmlns:a16="http://schemas.microsoft.com/office/drawing/2014/main" id="{648FECC9-5C1E-C00F-20A9-2C52DF7FCBF0}"/>
              </a:ext>
            </a:extLst>
          </p:cNvPr>
          <p:cNvPicPr>
            <a:picLocks noChangeAspect="1"/>
          </p:cNvPicPr>
          <p:nvPr/>
        </p:nvPicPr>
        <p:blipFill>
          <a:blip r:embed="rId12"/>
          <a:srcRect t="8928"/>
          <a:stretch>
            <a:fillRect/>
          </a:stretch>
        </p:blipFill>
        <p:spPr>
          <a:xfrm>
            <a:off x="6216743" y="3735313"/>
            <a:ext cx="2504983" cy="1271016"/>
          </a:xfrm>
          <a:prstGeom prst="rect">
            <a:avLst/>
          </a:prstGeom>
        </p:spPr>
      </p:pic>
      <p:pic>
        <p:nvPicPr>
          <p:cNvPr id="18" name="Picture 17">
            <a:extLst>
              <a:ext uri="{FF2B5EF4-FFF2-40B4-BE49-F238E27FC236}">
                <a16:creationId xmlns:a16="http://schemas.microsoft.com/office/drawing/2014/main" id="{38A83D65-89A7-87E8-D5BD-C71952BB385D}"/>
              </a:ext>
            </a:extLst>
          </p:cNvPr>
          <p:cNvPicPr>
            <a:picLocks noChangeAspect="1"/>
          </p:cNvPicPr>
          <p:nvPr/>
        </p:nvPicPr>
        <p:blipFill>
          <a:blip r:embed="rId13"/>
          <a:stretch>
            <a:fillRect/>
          </a:stretch>
        </p:blipFill>
        <p:spPr>
          <a:xfrm>
            <a:off x="8766934" y="3732550"/>
            <a:ext cx="3210991" cy="1271016"/>
          </a:xfrm>
          <a:prstGeom prst="rect">
            <a:avLst/>
          </a:prstGeom>
        </p:spPr>
      </p:pic>
    </p:spTree>
    <p:extLst>
      <p:ext uri="{BB962C8B-B14F-4D97-AF65-F5344CB8AC3E}">
        <p14:creationId xmlns:p14="http://schemas.microsoft.com/office/powerpoint/2010/main" val="967751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C75546FD-CEF1-D094-2338-A8908B109B8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168758-6895-FA2E-E2A9-142A9AFEACF9}"/>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C — FRAMEWORK 2</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0AFF2AA-85ED-E002-779E-66EF1E07D58F}"/>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Sensitivity Analysis - Result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1970309B-BEE4-BA2B-4C05-C3A9256807FA}"/>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1FC0FC18-ACBA-DE3E-3AB3-71D4B335EE77}"/>
              </a:ext>
            </a:extLst>
          </p:cNvPr>
          <p:cNvGrpSpPr/>
          <p:nvPr/>
        </p:nvGrpSpPr>
        <p:grpSpPr>
          <a:xfrm>
            <a:off x="7802880" y="1802922"/>
            <a:ext cx="3958336" cy="4599164"/>
            <a:chOff x="7802880" y="4084320"/>
            <a:chExt cx="3840480" cy="999744"/>
          </a:xfrm>
        </p:grpSpPr>
        <p:sp>
          <p:nvSpPr>
            <p:cNvPr id="14" name="Shape 11">
              <a:extLst>
                <a:ext uri="{FF2B5EF4-FFF2-40B4-BE49-F238E27FC236}">
                  <a16:creationId xmlns:a16="http://schemas.microsoft.com/office/drawing/2014/main" id="{7BC87A85-64F8-3F24-1315-7B67947AEC15}"/>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B0E3C82D-8F48-C914-BF71-6668F5FE209A}"/>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320FBA38-9EE0-5819-75F8-4FEFE5EB7522}"/>
                </a:ext>
              </a:extLst>
            </p:cNvPr>
            <p:cNvSpPr/>
            <p:nvPr/>
          </p:nvSpPr>
          <p:spPr>
            <a:xfrm>
              <a:off x="8046720" y="4133088"/>
              <a:ext cx="3413760" cy="14787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Observations</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a:extLst>
                <a:ext uri="{FF2B5EF4-FFF2-40B4-BE49-F238E27FC236}">
                  <a16:creationId xmlns:a16="http://schemas.microsoft.com/office/drawing/2014/main" id="{36C64BB9-62E4-26FE-1A54-B851AD853FA9}"/>
                </a:ext>
              </a:extLst>
            </p:cNvPr>
            <p:cNvSpPr/>
            <p:nvPr/>
          </p:nvSpPr>
          <p:spPr>
            <a:xfrm>
              <a:off x="8046720" y="4280965"/>
              <a:ext cx="3413760" cy="742139"/>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Higher buffer → longer paths for all 5 OD pairs (3 → 15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Biggest jump: 3 m → 10 m; 10 m ≈ 15 m (little extra cost above 10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Pair-dependent: Pair 1 most sensitive (~387 → 586 m); Pair 5 least (~501 → 587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Pair 4 often longest at 10–15 m; Pair 3 long even at 3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Takeaway: NFZ choice and which OD pair both strongly affect distance on this map.</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974DB7EE-2E29-977A-BC4C-B5FEC3A8C4C5}"/>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699B8FEC-4D99-EF2F-B43A-538828F32681}"/>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3">
            <a:extLst>
              <a:ext uri="{FF2B5EF4-FFF2-40B4-BE49-F238E27FC236}">
                <a16:creationId xmlns:a16="http://schemas.microsoft.com/office/drawing/2014/main" id="{D2B3010D-2F84-C76C-1AC3-442D413DD8A7}"/>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93620D9C-005B-409C-F8A4-D0C1EF02EE68}"/>
              </a:ext>
            </a:extLst>
          </p:cNvPr>
          <p:cNvPicPr>
            <a:picLocks noChangeAspect="1"/>
          </p:cNvPicPr>
          <p:nvPr/>
        </p:nvPicPr>
        <p:blipFill>
          <a:blip r:embed="rId3"/>
          <a:stretch>
            <a:fillRect/>
          </a:stretch>
        </p:blipFill>
        <p:spPr>
          <a:xfrm>
            <a:off x="548639" y="1908993"/>
            <a:ext cx="6942715" cy="4407140"/>
          </a:xfrm>
          <a:prstGeom prst="rect">
            <a:avLst/>
          </a:prstGeom>
        </p:spPr>
      </p:pic>
    </p:spTree>
    <p:extLst>
      <p:ext uri="{BB962C8B-B14F-4D97-AF65-F5344CB8AC3E}">
        <p14:creationId xmlns:p14="http://schemas.microsoft.com/office/powerpoint/2010/main" val="1494754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74E5E954-6155-7028-2082-CCC563873701}"/>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7F33AFB9-7607-5496-9771-7D10FB6149F9}"/>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3DB5C6E5-174E-9FC5-3718-F81B2D069504}"/>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CC47D69A-C982-E348-5A88-2F29D502877A}"/>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1EFD3527-2DAC-DFEF-1AD7-94A4B294ED70}"/>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0221C457-91F8-1948-B788-856A6298123F}"/>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671E3481-7B96-8A12-AE1C-A7CA8EA6A5B5}"/>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D7271E49-4465-241A-1897-91304BA86E78}"/>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CA8E3810-B321-CCA0-7872-7AE8DFA3B4E2}"/>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461337B9-D1DB-593A-9742-10ED097B19C0}"/>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FCDC88E1-FE69-F77F-2D52-03CE214E3994}"/>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A63C9749-7FFA-F1F1-35BB-1B468531A803}"/>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0E3C216A-0B51-9746-DB14-9BA004B2A2A9}"/>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35843788-457E-723A-D7C4-3688C9EE8490}"/>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17EE3A95-90D6-3CCA-7050-C4ED807A5930}"/>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982A4E8D-94F0-F9A2-4FBC-2D17C14C96C1}"/>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6BCD06B9-4A86-484B-6478-F6DD43BF46B4}"/>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151E9D27-5000-2494-11EE-BDA8A32D107A}"/>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FC15181A-8CE6-A582-2251-FE8D717CDE91}"/>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906643D3-A823-FAE3-CCCA-9B6F945C2B64}"/>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A9590353-B85B-9BE1-BDA2-0A6F05D86128}"/>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3112D09C-5DAF-8671-D87B-7C0BF2B1A6FE}"/>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B8D9EBFE-5D40-CFFD-F850-8025C0126B08}"/>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1F2E7C31-7EDC-2F18-3A3D-2C8B6AAC2E76}"/>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367989D9-4F07-5CA5-4A64-A6626650E91B}"/>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97D03D98-57ED-B31B-483F-85DFEBEF0AD1}"/>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534C110D-E226-683B-AED5-83E6029CE766}"/>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FFC08C64-E50C-4EFD-E244-DE5655EF9E1B}"/>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F41A300B-B1DE-3330-78C2-200999A88EF4}"/>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3EEBA87A-726A-2767-0E7A-6A0B0B8B23BF}"/>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4D5838A3-06D7-7367-2F71-390463504398}"/>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E08F5708-00BD-FB1B-2786-B6F04E3EB921}"/>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72D9AEBF-E1C1-10E7-0196-8B488E67335B}"/>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B3EDAB2B-D182-362C-29FD-843AADD49531}"/>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5E2E2BC8-1A3D-4981-982C-4C4FF40AC0D4}"/>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214E5E57-0A05-426A-F138-FC0035A877D6}"/>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652E3FD3-CDF4-A974-0B9B-247D28DFFFAD}"/>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EA846D06-7D90-90A0-63FC-DEC26AFC7C1D}"/>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BCF995C6-B2A6-B5B8-1426-EA0EF2945C75}"/>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6D6C5B2B-00B0-D103-AC27-2383E551F3A2}"/>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68388AF9-F1AE-7050-5829-E88905DA1963}"/>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72A34D96-3137-0620-846D-B29F4EE47184}"/>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7FD6CE00-FFD9-18D8-596F-F6974C19BCEB}"/>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ACF2C731-D4DC-2D2D-C7F7-D764BFD70030}"/>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EB2116F2-1DDE-495B-27E6-6A077A25C5A9}"/>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514DE439-0B37-968F-EEB0-B491333DB176}"/>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33AEFCAB-3880-D263-A748-501CC63AB45B}"/>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D49461C3-FF0A-056B-BC2E-DB0C4E8A6E03}"/>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CA48A69E-AAA1-63BD-B18C-F00CA64F398E}"/>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5BA9687D-1E10-9E98-6BCA-A95929623929}"/>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30BE1EC0-9DD2-DB08-747F-4DEB03A32339}"/>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FE1FDC22-0AE1-A1C6-1E8C-CFB7D7AFDA0A}"/>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C9639AE0-1E48-4A67-85EF-0A0EEEBE122D}"/>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4E21C835-28C7-90A1-C50C-3F6360744965}"/>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20CBA98A-0996-D112-6E54-25D05C89436A}"/>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2AD5AA5C-6532-6811-E031-304D9C8C3676}"/>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268A00CD-BFC7-63D9-2F9B-B7EA0A4AF6F9}"/>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C5D7A8DE-CBD2-1A0C-871B-3560C70B0C3C}"/>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345D2FEC-3314-2996-BD63-1B5178A5DDB1}"/>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8B2C6145-0509-8DC6-9CEF-2955098B607C}"/>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0E0C7646-457C-AAA0-83DB-549C53FAA1D0}"/>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56CB7C44-4FCE-A50C-0EFA-C02AE2F29323}"/>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409E854C-E578-A728-638D-6E425E2E88FE}"/>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EAEB001D-40AA-1EDC-CBD0-67E783441D1F}"/>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7DFB5C9E-75A8-A905-2D9C-33D246CDCC75}"/>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8AF83D13-4C0C-0A6C-9059-62E3BEC95F61}"/>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EB51D3B9-C5E8-09B6-75BE-ECD3A37320C5}"/>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187AD22B-CE7C-76C2-73D4-0CFA6350A46E}"/>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8BEC00CA-BD6F-5742-484C-B6BE981E9289}"/>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793AFBD7-EB6F-23F2-E3D2-54E1A623590C}"/>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D0159040-0E6B-AEC8-441C-181E78FC3314}"/>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3BD1317B-5F41-A685-95C9-F51533F26A1B}"/>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13D9FD17-1A7F-8B20-4ABE-653DE39DDC70}"/>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B1B9E6EF-F2CD-FFD3-07B4-EDABA1CD251E}"/>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19993343-20E0-B359-9E29-93C23F677268}"/>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F207A382-266B-8CBF-D378-214CD2844488}"/>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EAC815CF-3CA6-DCB5-E78A-CE991551B92B}"/>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CF9974EC-75D8-2436-4319-82141F409B03}"/>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F9870782-205F-A93F-14AB-A44A560131E1}"/>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B10A84B1-5DBE-21E0-A933-6E1C53D685E6}"/>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61BAD0B9-91CD-4DBC-F2DD-667F1DEBA67C}"/>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4DC485A5-CD29-9B2C-1BEF-9110190FE705}"/>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FB643E5F-4895-1DB2-B7FA-EC6C554DAE70}"/>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227DE46A-EBEB-8A7B-5FAB-BCAB93B06880}"/>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3BA1C4AA-F437-A29D-1521-38E8319143C0}"/>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6EDC2B7E-F3FD-7F5B-61E6-628E637C8306}"/>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4E8B57F5-B413-DA27-2641-7F21C4873747}"/>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C4813F75-8BBD-14A9-3F88-D3CFD7CC90C4}"/>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892A903A-D2FA-4036-29E5-9473620F2B7E}"/>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9B20E05B-10D3-6EE4-F8AD-5F79AFB2D69F}"/>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BD8B1250-6E98-A1F8-25BE-9CB1DAC31EF9}"/>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E743AAB9-3CEC-A820-07BA-B0A0CE2BEC57}"/>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750E4FFC-5002-9E40-1A8F-5F4D30092A27}"/>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CE43BBC6-5DE6-2594-6A32-936A21A74051}"/>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25EF2101-EA34-E30D-51FB-418D21CE7D43}"/>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F2818E55-4231-FF0D-BB1A-3295713CC4B6}"/>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9CA24048-6766-AFD6-5707-6DD535DC7D5E}"/>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196E3AB8-34B0-83BC-25BC-C8326ECC583F}"/>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E91C98B0-54EF-D81C-6256-3612A557752C}"/>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1AEC7201-FC4F-8770-1625-D9DE16CD38B3}"/>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E10C4443-904A-C353-E724-2C4C8BA34486}"/>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A0325514-40B8-64B1-741B-F111DE3E6865}"/>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5DABE438-0DBB-5EF2-1C3B-DA96880F8786}"/>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848E6C5E-3B66-18C7-0000-56299E5FC40F}"/>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60FD58E6-4836-4CBD-F88F-C0765D602E0B}"/>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C9A99CBF-B688-CCBB-4D45-A53BBA24C7E9}"/>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EDE99F44-14C3-2EEB-CA3F-BC8D8C963F9D}"/>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745DF39C-BEAB-093E-0F97-14C2848652FA}"/>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45554B7A-5F1B-F539-E297-7FE51464F4A7}"/>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FB3DC83F-8A34-B50B-2E9F-493AB06A3535}"/>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548E25E7-3EE0-D250-3D63-9E1A35C0B72C}"/>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DC0C4F72-D3F6-063A-54F6-C9FC86E6CFF6}"/>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E260EA03-2D98-F38F-31B6-5D7C91DCDAE3}"/>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75143A06-3F17-97B5-9992-57D1298D1C28}"/>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10174F9C-2579-11EC-3EB3-C61E43DF3C21}"/>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2D4467B6-5CB4-AAF5-CF5D-76091E498C88}"/>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75906B2E-259F-3B03-61A5-628190DF0C4E}"/>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7376D637-782D-E5A0-6176-F6A69325A986}"/>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6CC11888-C807-3A83-17EF-03A34FBA6F12}"/>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B33FFF77-9E1F-53CE-C245-0363B0AA5724}"/>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4183B91B-7F8C-A7A1-6126-1357CEB084AE}"/>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AD494CEB-36DE-B934-E59A-1EED6E3DAC84}"/>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B396B5E2-3FE5-BB48-0B3B-64E1EF42ADF1}"/>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0BCCB9FF-9713-6A2F-C58C-7BDCEEB82480}"/>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2063736A-9323-017A-CA7E-37CA2E2C3F2F}"/>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AF887BAD-2927-2570-D235-3309ABFCC80A}"/>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77B30DF3-6C2E-510C-ED92-355AF38BA805}"/>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74672106-F048-9C32-81CF-EB53489EF372}"/>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11157071-47D9-81EC-548A-10CA1443C5E6}"/>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390308A7-3171-F002-EFA0-2215D8257CD7}"/>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270D8F77-9297-898E-CB27-949F22AA4D6A}"/>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1CE14D2B-03C1-DF21-AD49-DE889577C5BA}"/>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5685C607-9BF4-17CE-7EEB-E9A9B2C4C5CD}"/>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697463B2-8337-6557-CF79-AF4962A1BFF8}"/>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D9BA5736-6571-40B9-927F-909111F2ECD6}"/>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EF29D80E-9BCA-6449-3486-BCE7EF817336}"/>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89BA4826-98A1-AA19-AA74-1C62AB4C80AB}"/>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72B5931C-049D-E51C-842D-7A438E6E56DF}"/>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FC6550BA-B0AB-FD42-3A94-D1F5C1DAD056}"/>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895B3B5B-74FE-BA2F-4DCC-08F6633E38FC}"/>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97D4CB26-E6EC-4C08-B5CB-2538EFBBF527}"/>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6E0C5FC9-387F-27B1-A07A-35630C7B3A4D}"/>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8B9CD83E-4E7B-F51A-64D3-01DF69278F4F}"/>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C05A2A34-47E7-D86C-2030-4A94AAAFC138}"/>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339FE9D0-A976-44E5-9075-2D65375AACF9}"/>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00E4CF00-7244-1A20-ACE5-89110CC5F51E}"/>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1AD57B79-470F-2A41-6032-0EB68768E86C}"/>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1D92376B-97CC-7416-E46F-0B20DE18E417}"/>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641D3568-EAB0-C213-1D4F-A21760E38849}"/>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2092C932-DCF6-9B94-6519-460548ABEB6A}"/>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DDB045C8-9E23-D94B-8100-AFA0D5E68E5C}"/>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94AAC6D9-6649-6C03-81A2-B3C9466D2D51}"/>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0300C620-C11F-49B1-AFDC-516261342E63}"/>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BF32FC3D-D399-061D-711F-9F839C9369A8}"/>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E1D64DD9-AD36-C3DD-CF93-F160FBF4A286}"/>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41DA7FC2-24F7-A50A-8778-1FFBE31C7BE7}"/>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8F69B84B-28E1-05B3-BCEC-FA5A81FCD837}"/>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5B0A057B-F0FA-83FB-85F6-E00C1606F99F}"/>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D83BC932-481B-371E-C2A7-399F0C4A5282}"/>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B187EB51-7416-D81A-41CB-FCCA4A1EB843}"/>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400071B1-4632-3DDB-4F9F-6AC0BCDA81E4}"/>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D7B868AE-151A-A2AE-E63C-FAD2EF175097}"/>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85C6A969-5413-CD1A-8A66-B1479C4336B5}"/>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1EB4284D-0FEF-CA33-F175-F594978108BE}"/>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451FF1E5-C038-3273-3227-22E043DDF23A}"/>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E84243B3-E5D8-4E5B-C341-EE61FEB82271}"/>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27D16557-F1BC-FBFC-0749-2247943CEB84}"/>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49688BE1-3977-F06B-911E-F39E41C73C8E}"/>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577D646E-391D-10FB-9249-06D2B4FC9DD8}"/>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49313E08-462E-67E2-43C2-50B0411F0EE9}"/>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98355D79-6480-5D1E-47F2-08E975A9B59B}"/>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87F06F7F-5E9B-182D-1CF0-13024A7D12EE}"/>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C50390E5-5CA6-0C80-55DC-3709E706A6D8}"/>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108DE856-AEC7-7844-0D8C-CF7859284729}"/>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87B737FD-4256-D1DC-426B-6E005D64B666}"/>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7E36D954-B952-D8A1-247C-09E329B36D1F}"/>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25D2DF5B-3E42-853B-7FFD-B037FC0462B1}"/>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AB8D6925-E243-EC5C-164C-328BAE940F0E}"/>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659D2D29-4CFB-35A2-9508-5BCD39549163}"/>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8E7BC821-F7FA-1B6A-A9E0-9F63A3A607A7}"/>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1B9AD4D4-CFA7-E690-AA4E-952E1E116F0C}"/>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98F315E7-0B54-2898-2744-D7A21B081A2F}"/>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2521DE59-C742-00B5-12B1-72F9AD3024CC}"/>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982277B3-9D39-4F84-FB58-BC666AD3F319}"/>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DA1580FE-1964-3A0E-137A-D65F405A2175}"/>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D9BB0D75-CDD9-E262-EFC2-9EB8B08190BD}"/>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4BCE1AB8-47D5-77E0-9192-9B78E5E031C3}"/>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12A19136-E704-E923-F0F4-749A842DF2BD}"/>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D597F551-2ACA-EEBE-96C6-CA3DB5B85E04}"/>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4A9D7098-581C-0FA7-E989-9059DEAE7ACF}"/>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11633617-60C8-A274-CDDD-2320D25E44D7}"/>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A3D35C2B-36C4-E334-546C-5039EBCB2CC6}"/>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F6939EA9-2ECE-47B5-AA6C-66AA20BCFFEF}"/>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B7AD610F-A8D5-69B7-6ABF-0A8FC581CDA0}"/>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CF118FDA-76E4-2713-D616-B25533D33D02}"/>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D466AAB8-FD5D-A183-E163-C31AFA5E20CF}"/>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9F7267AF-75AD-1B07-BCC4-5BAD89853E82}"/>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2C8ACEBA-FF58-B22F-2AC3-9D1BA9E957E8}"/>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D66FE6E9-73D2-3E84-745B-3D1BC80844F7}"/>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536F025B-0168-F976-098E-4D371146C439}"/>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B129FAEE-CAD8-FD19-AAE5-3649C166E1C4}"/>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7773DDDC-C80A-7B78-7A42-02181484BCD1}"/>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CCE20ACF-8DEF-8286-3166-7ECBFCCCD4FE}"/>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4B688124-141B-18DE-B5EE-A106548FF8DF}"/>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FC80DF7D-C180-A58A-8DD7-ADC521E5D301}"/>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5E3C6488-52FF-4BF8-8824-544ABA6177CA}"/>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57432D47-7385-D2F8-B608-52B02FAB3554}"/>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7E54FAF0-95E4-173A-EFF3-59A413F547F1}"/>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409AE342-0692-E365-D38B-ADCECAD8B49B}"/>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2B6BDA98-E0BC-EEFF-A47C-06EC5841A999}"/>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ED896698-3BA1-C267-AA01-707F0C39B5A4}"/>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07CFDBF2-C57E-1268-277E-D8E3B6ED5232}"/>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CFCDD2B5-8527-CC44-9E27-4DB4C2E1F9E4}"/>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6AD42A50-5B6B-7550-9FA7-EE2EE6A698AC}"/>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54E9274E-07DA-7F00-2966-F69E33728F66}"/>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71BB0E66-1EAE-53D7-969C-998D2E176A98}"/>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0709A54F-0CC7-FE22-737E-649B338E42C2}"/>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0DD39831-CB20-D1FE-B117-0510B575D793}"/>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9E293339-08B2-BA6A-02D7-F0D99E39E9F0}"/>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436BA2E0-E269-0153-A967-8B45FA13BEBB}"/>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09C21018-CDDA-F2CD-FBAC-BC9345B8263B}"/>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7F9E8786-6A8B-4E72-443A-CF8B8F31841B}"/>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DB7AD110-64B9-27C7-9A63-892477DAEAD0}"/>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7DB01D79-6274-C14B-79FD-30CF2F07E3D0}"/>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240BEE48-7B02-C51D-56C2-22CBEC35B718}"/>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4F603E7E-E2A7-10D0-6CF1-AAFC5ACEC6BE}"/>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E5ED9C79-685D-ED2F-6149-2613DFD3013D}"/>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84550BE1-62EF-E257-6813-4084DAE77F4A}"/>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8F66C434-F44C-5829-69C8-71B47CDC805C}"/>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38ABC85D-C8AF-BB50-549A-D76CFC127729}"/>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1C8E29F3-0D8A-607E-705C-3148CB4A7944}"/>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4D45CFFB-6099-DE31-9F55-DFDEBEB91E72}"/>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EF7EA602-D0DD-6007-492A-26150BB944AE}"/>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47F5785A-3137-4504-8A96-6644DF7D9426}"/>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EA8C7F94-117A-04F8-9C4A-65008C3E58E0}"/>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46568C6F-B17C-6E6F-C777-E91843E2CC90}"/>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D9CF3B57-5504-4578-AEEB-64C694FF88E0}"/>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B8465E9B-FD86-AB04-F7C6-1482A59B2021}"/>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AF5C3EC0-3C84-5BAC-C886-3DE4D843B287}"/>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DB95E2F3-ECE3-8AFD-6C04-3A579E3BB0EA}"/>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937332C7-9B02-7DDC-FF62-9FC14A202E50}"/>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81A7CF01-16CA-7807-0CB5-20F997AA7612}"/>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0EC1572F-B6F6-304C-4975-0BA4B2507D1F}"/>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8D12B58B-74E0-19C9-2162-7BF07A4E96FB}"/>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D7920AFF-7D24-D17B-A9BE-EF60EBD3D02B}"/>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9F2F80CA-68B5-8D5A-5E15-E74216F59227}"/>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0D514E86-329E-EB87-B604-5F7E2B9885F0}"/>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3190598E-161E-8992-EAAC-49028C5583C0}"/>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06832C3D-1F39-6D7E-3C50-796566261B57}"/>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AB11DC09-B042-66BB-3DE0-B96C7B6AD860}"/>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ED383A81-A330-9959-B5E1-CED7F42B5045}"/>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BA143B12-2A18-AA17-5382-A5BAB070EAFE}"/>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067AFAB2-B12E-617F-BC06-A63E28A6FD13}"/>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CD1E20D7-6572-5E4E-C99C-4B92FF29AEAC}"/>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75C3B7D3-8D34-2EC4-C690-7AC5B31C1C40}"/>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0AE63004-91B0-A810-D920-DF91E1B17D02}"/>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81F99A97-9459-725E-BF39-7945BE43B332}"/>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CAC31CAB-AF1A-2E41-A7DC-DDF8B246212B}"/>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27FAEAE5-FDDA-666C-8CED-20C1827D86EC}"/>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8ECBDBC7-4F95-78B5-9683-B282A198C790}"/>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DB0ADA00-572C-6B52-8D34-ECDFCD27BD50}"/>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4E113D52-189F-756C-01D7-8C4092F6F213}"/>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68BCFB6A-AD4A-84DE-4422-17FAD15BBC41}"/>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2DE8B407-1610-3DBD-0071-F290EBE69C04}"/>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1F281373-E75A-FB3B-19DD-6245E06A98C9}"/>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4359B914-A47D-8180-E6F6-7DEA17442B96}"/>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85384D86-D32C-45E9-B368-DFF7160C9B97}"/>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330747B6-C2E3-2F23-8FB7-0ABA8EB69448}"/>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B1DA40B0-E1D0-00D8-2276-FDB6147C9269}"/>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DA160AE8-DDFB-3CB5-9223-C6F9FBD59A73}"/>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C922A06F-A8D0-C6E5-633E-B9A966B61C16}"/>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A722A15D-E158-7CED-C7D7-F66DAF1973D3}"/>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78131307-DF27-117D-118A-52863E6F4F9B}"/>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02C4AA96-F780-66D8-62BC-72347828BF2E}"/>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AC344ED9-BC4C-CBAB-6182-F0506185E50B}"/>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3C05FF68-AE80-4C9D-0D3F-983B069F677A}"/>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3D3B5706-3B6D-02D3-1137-D0FFAE82DFDA}"/>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8EDF4853-C0A0-12C5-7353-1BE25486E1E3}"/>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16937D2B-BF74-2C9B-556B-3C8A62224657}"/>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79DEF441-2ED6-DFF7-1852-B605E2C183BA}"/>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C08B2D3E-9FE5-D317-06BA-950269588FD2}"/>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79064987-2292-D27A-8644-C177CB916A54}"/>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8F847324-141F-1EB8-2356-2C97DE6D3DC8}"/>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D — COMPARATIVE ANALYSIS</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3" name="Text 281">
            <a:extLst>
              <a:ext uri="{FF2B5EF4-FFF2-40B4-BE49-F238E27FC236}">
                <a16:creationId xmlns:a16="http://schemas.microsoft.com/office/drawing/2014/main" id="{961B6649-ACCD-4840-12AE-71B3C0E55593}"/>
              </a:ext>
            </a:extLst>
          </p:cNvPr>
          <p:cNvSpPr/>
          <p:nvPr/>
        </p:nvSpPr>
        <p:spPr>
          <a:xfrm>
            <a:off x="548640" y="2743200"/>
            <a:ext cx="6150525"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Comparative Analysis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4" name="Shape 282">
            <a:extLst>
              <a:ext uri="{FF2B5EF4-FFF2-40B4-BE49-F238E27FC236}">
                <a16:creationId xmlns:a16="http://schemas.microsoft.com/office/drawing/2014/main" id="{4C4F7107-EC3F-8D65-4D1C-D4B0EBAB2BEA}"/>
              </a:ext>
            </a:extLst>
          </p:cNvPr>
          <p:cNvSpPr/>
          <p:nvPr/>
        </p:nvSpPr>
        <p:spPr>
          <a:xfrm>
            <a:off x="616374" y="3584787"/>
            <a:ext cx="4489026" cy="45719"/>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9A283FBD-1363-2222-A48E-1E67D2C62351}"/>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3276B088-A3C1-00E5-DF61-95E4059DF029}"/>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4362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CD871DF9-3350-5090-8FF0-F69361DE08B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90D6CFB-EA6B-6B4C-1363-2E3774B67823}"/>
              </a:ext>
            </a:extLst>
          </p:cNvPr>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D — COMPARATIVE ANALYSIS</a:t>
            </a:r>
          </a:p>
        </p:txBody>
      </p:sp>
      <p:sp>
        <p:nvSpPr>
          <p:cNvPr id="3" name="Text 1">
            <a:extLst>
              <a:ext uri="{FF2B5EF4-FFF2-40B4-BE49-F238E27FC236}">
                <a16:creationId xmlns:a16="http://schemas.microsoft.com/office/drawing/2014/main" id="{9589CF37-B899-B4B2-B315-6CCD12FB806E}"/>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Sensitivity Analysis - Result</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454AD138-F9AA-C0CB-C18E-1CC331519015}"/>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5" name="Group 34">
            <a:extLst>
              <a:ext uri="{FF2B5EF4-FFF2-40B4-BE49-F238E27FC236}">
                <a16:creationId xmlns:a16="http://schemas.microsoft.com/office/drawing/2014/main" id="{4F6719AD-A2FF-55D8-03EC-93D21BF5B9FF}"/>
              </a:ext>
            </a:extLst>
          </p:cNvPr>
          <p:cNvGrpSpPr/>
          <p:nvPr/>
        </p:nvGrpSpPr>
        <p:grpSpPr>
          <a:xfrm>
            <a:off x="7802880" y="1802922"/>
            <a:ext cx="3958336" cy="4599164"/>
            <a:chOff x="7802880" y="4084320"/>
            <a:chExt cx="3840480" cy="999744"/>
          </a:xfrm>
        </p:grpSpPr>
        <p:sp>
          <p:nvSpPr>
            <p:cNvPr id="14" name="Shape 11">
              <a:extLst>
                <a:ext uri="{FF2B5EF4-FFF2-40B4-BE49-F238E27FC236}">
                  <a16:creationId xmlns:a16="http://schemas.microsoft.com/office/drawing/2014/main" id="{3F21C1F9-6B01-F76B-AEE3-D144E17089D0}"/>
                </a:ext>
              </a:extLst>
            </p:cNvPr>
            <p:cNvSpPr/>
            <p:nvPr/>
          </p:nvSpPr>
          <p:spPr>
            <a:xfrm>
              <a:off x="7802880" y="408432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a:extLst>
                <a:ext uri="{FF2B5EF4-FFF2-40B4-BE49-F238E27FC236}">
                  <a16:creationId xmlns:a16="http://schemas.microsoft.com/office/drawing/2014/main" id="{85BC2DCF-DCE7-13AC-170B-E960C8F7EDE5}"/>
                </a:ext>
              </a:extLst>
            </p:cNvPr>
            <p:cNvSpPr/>
            <p:nvPr/>
          </p:nvSpPr>
          <p:spPr>
            <a:xfrm>
              <a:off x="7802880" y="4084320"/>
              <a:ext cx="67056" cy="999744"/>
            </a:xfrm>
            <a:prstGeom prst="rect">
              <a:avLst/>
            </a:prstGeom>
            <a:solidFill>
              <a:srgbClr val="00C896"/>
            </a:solidFill>
            <a:ln w="12700">
              <a:solidFill>
                <a:srgbClr val="00C896"/>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a:extLst>
                <a:ext uri="{FF2B5EF4-FFF2-40B4-BE49-F238E27FC236}">
                  <a16:creationId xmlns:a16="http://schemas.microsoft.com/office/drawing/2014/main" id="{A98DE0D4-FF14-2502-1566-8559CD340ED6}"/>
                </a:ext>
              </a:extLst>
            </p:cNvPr>
            <p:cNvSpPr/>
            <p:nvPr/>
          </p:nvSpPr>
          <p:spPr>
            <a:xfrm>
              <a:off x="8046720" y="4133088"/>
              <a:ext cx="3413760" cy="147877"/>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67"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Observations</a:t>
              </a:r>
              <a:endParaRPr kumimoji="0" lang="en-US" sz="1267"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a:extLst>
                <a:ext uri="{FF2B5EF4-FFF2-40B4-BE49-F238E27FC236}">
                  <a16:creationId xmlns:a16="http://schemas.microsoft.com/office/drawing/2014/main" id="{0E024DFE-4EB5-E5EA-F576-65EC75796747}"/>
                </a:ext>
              </a:extLst>
            </p:cNvPr>
            <p:cNvSpPr/>
            <p:nvPr/>
          </p:nvSpPr>
          <p:spPr>
            <a:xfrm>
              <a:off x="8046720" y="4280965"/>
              <a:ext cx="3413760" cy="742139"/>
            </a:xfrm>
            <a:prstGeom prst="rect">
              <a:avLst/>
            </a:prstGeom>
            <a:noFill/>
            <a:ln/>
          </p:spPr>
          <p:txBody>
            <a:bodyPr wrap="square" lIns="0" tIns="0" rIns="0" bIns="0" rtlCol="0" anchor="ctr"/>
            <a:lstStyle/>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Both show longer paths as clearance grows (3 m → 15 m); largest change is 3 m → 10 m; 10 m ≈ 15 m for most pairs.</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F2 (dashed) is consistently lower in total distance — on average ~20% shorter at 3 m, ~8% at 15 m (e.g. Pair 1: 527 m vs 387 m at 3 m).</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Why F2 looks “shorter”: searches a fine 3D grid (1 m cells, 5 m vertical steps) — ~330–480 waypoints vs F1’s sparse corner graph (far fewer nodes). More sampling → closer to a geometric minimum in this model.</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Not apples-to-apples: F1 uses cuboid NFZ; F2 uses raster buffer B — trends align, but absolute </a:t>
              </a:r>
              <a:r>
                <a:rPr kumimoji="0" lang="en-US" sz="1133" b="0" i="0" u="none" strike="noStrike" kern="1200" cap="none" spc="0" normalizeH="0" baseline="0" noProof="0" dirty="0" err="1">
                  <a:ln>
                    <a:noFill/>
                  </a:ln>
                  <a:solidFill>
                    <a:srgbClr val="7A9BB5"/>
                  </a:solidFill>
                  <a:effectLst/>
                  <a:uLnTx/>
                  <a:uFillTx/>
                  <a:latin typeface="Calibri" pitchFamily="34" charset="0"/>
                  <a:ea typeface="Calibri" pitchFamily="34" charset="-122"/>
                  <a:cs typeface="Calibri" pitchFamily="34" charset="-120"/>
                </a:rPr>
                <a:t>metres</a:t>
              </a: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 differ.</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rPr>
                <a:t>F2’s lower distance comes with much higher search cost .</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srgbClr val="7A9BB5"/>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BDF9A0C5-0E7D-5F07-4D6E-93B4F6A67E45}"/>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B013B691-44CB-94BA-D034-C73E4E77EEC9}"/>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3">
            <a:extLst>
              <a:ext uri="{FF2B5EF4-FFF2-40B4-BE49-F238E27FC236}">
                <a16:creationId xmlns:a16="http://schemas.microsoft.com/office/drawing/2014/main" id="{5026BBC2-2EE0-3D65-B3DD-0659D31BDEFD}"/>
              </a:ext>
            </a:extLst>
          </p:cNvPr>
          <p:cNvSpPr/>
          <p:nvPr/>
        </p:nvSpPr>
        <p:spPr>
          <a:xfrm>
            <a:off x="430784" y="1793169"/>
            <a:ext cx="7189216" cy="4599164"/>
          </a:xfrm>
          <a:prstGeom prst="rect">
            <a:avLst/>
          </a:prstGeom>
          <a:solidFill>
            <a:srgbClr val="050D1A"/>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5890E680-E3B9-B45F-2C7C-9123A5F8BC41}"/>
              </a:ext>
            </a:extLst>
          </p:cNvPr>
          <p:cNvPicPr>
            <a:picLocks noChangeAspect="1"/>
          </p:cNvPicPr>
          <p:nvPr/>
        </p:nvPicPr>
        <p:blipFill>
          <a:blip r:embed="rId3"/>
          <a:stretch>
            <a:fillRect/>
          </a:stretch>
        </p:blipFill>
        <p:spPr>
          <a:xfrm>
            <a:off x="548639" y="1908993"/>
            <a:ext cx="6910493" cy="4364807"/>
          </a:xfrm>
          <a:prstGeom prst="rect">
            <a:avLst/>
          </a:prstGeom>
        </p:spPr>
      </p:pic>
    </p:spTree>
    <p:extLst>
      <p:ext uri="{BB962C8B-B14F-4D97-AF65-F5344CB8AC3E}">
        <p14:creationId xmlns:p14="http://schemas.microsoft.com/office/powerpoint/2010/main" val="30542653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5D18B143-2417-9426-97D4-78B823DC3C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8F4926-0B85-0663-57C5-0783B50DA3D7}"/>
              </a:ext>
            </a:extLst>
          </p:cNvPr>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D — COMPARATIVE ANALYSIS</a:t>
            </a:r>
          </a:p>
        </p:txBody>
      </p:sp>
      <p:sp>
        <p:nvSpPr>
          <p:cNvPr id="3" name="Text 1">
            <a:extLst>
              <a:ext uri="{FF2B5EF4-FFF2-40B4-BE49-F238E27FC236}">
                <a16:creationId xmlns:a16="http://schemas.microsoft.com/office/drawing/2014/main" id="{B6A7CC98-C240-E64F-5548-11530BACFE42}"/>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3733" b="1" dirty="0">
                <a:solidFill>
                  <a:srgbClr val="FFFFFF"/>
                </a:solidFill>
                <a:latin typeface="Calibri" pitchFamily="34" charset="0"/>
                <a:ea typeface="Calibri" pitchFamily="34" charset="-122"/>
                <a:cs typeface="Calibri" pitchFamily="34" charset="-120"/>
              </a:rPr>
              <a:t>Framework Comparison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2DBC51BA-7BB8-5229-DD30-085518C0947D}"/>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06C0761E-AC85-7018-5D29-60A05E51B4DE}"/>
              </a:ext>
            </a:extLst>
          </p:cNvPr>
          <p:cNvGrpSpPr/>
          <p:nvPr/>
        </p:nvGrpSpPr>
        <p:grpSpPr>
          <a:xfrm>
            <a:off x="430784" y="5082748"/>
            <a:ext cx="11212576" cy="632252"/>
            <a:chOff x="7802880" y="1889760"/>
            <a:chExt cx="3840480" cy="999744"/>
          </a:xfrm>
        </p:grpSpPr>
        <p:sp>
          <p:nvSpPr>
            <p:cNvPr id="6" name="Shape 3">
              <a:extLst>
                <a:ext uri="{FF2B5EF4-FFF2-40B4-BE49-F238E27FC236}">
                  <a16:creationId xmlns:a16="http://schemas.microsoft.com/office/drawing/2014/main" id="{BDB74417-8B72-B996-AB08-3CD490FD97E4}"/>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34142E04-F584-996E-C96D-3B7546B0CDC8}"/>
                </a:ext>
              </a:extLst>
            </p:cNvPr>
            <p:cNvSpPr/>
            <p:nvPr/>
          </p:nvSpPr>
          <p:spPr>
            <a:xfrm>
              <a:off x="7802880" y="1889760"/>
              <a:ext cx="67056" cy="999744"/>
            </a:xfrm>
            <a:prstGeom prst="rect">
              <a:avLst/>
            </a:prstGeom>
            <a:solidFill>
              <a:srgbClr val="00206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207FBEB7-7FF8-F496-548C-DEE4DA47C92F}"/>
                </a:ext>
              </a:extLst>
            </p:cNvPr>
            <p:cNvSpPr/>
            <p:nvPr/>
          </p:nvSpPr>
          <p:spPr>
            <a:xfrm>
              <a:off x="7904959" y="1938528"/>
              <a:ext cx="3555521" cy="950976"/>
            </a:xfrm>
            <a:prstGeom prst="rect">
              <a:avLst/>
            </a:prstGeom>
            <a:noFill/>
            <a:ln/>
          </p:spPr>
          <p:txBody>
            <a:bodyPr wrap="square" lIns="0" tIns="0" rIns="0" bIns="0" rtlCol="0" anchor="ctr"/>
            <a:lstStyle/>
            <a:p>
              <a:pPr lvl="0" defTabSz="1219170">
                <a:defRPr/>
              </a:pPr>
              <a:r>
                <a:rPr lang="en-US" dirty="0">
                  <a:solidFill>
                    <a:schemeClr val="bg1"/>
                  </a:solidFill>
                </a:rPr>
                <a:t>Framework 1:</a:t>
              </a:r>
              <a:br>
                <a:rPr lang="en-US" sz="1400" dirty="0">
                  <a:solidFill>
                    <a:schemeClr val="bg1"/>
                  </a:solidFill>
                </a:rPr>
              </a:br>
              <a:r>
                <a:rPr lang="en-US" sz="1600" dirty="0">
                  <a:solidFill>
                    <a:schemeClr val="bg1"/>
                  </a:solidFill>
                </a:rPr>
                <a:t>Few points to process → fast routing after NFZ is built; path is not the geometric minimum in the true city</a:t>
              </a:r>
              <a:r>
                <a:rPr lang="en-US" dirty="0"/>
                <a:t>.</a:t>
              </a:r>
              <a:endPar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p:txBody>
        </p:sp>
      </p:grpSp>
      <p:sp>
        <p:nvSpPr>
          <p:cNvPr id="22" name="Shape 19">
            <a:extLst>
              <a:ext uri="{FF2B5EF4-FFF2-40B4-BE49-F238E27FC236}">
                <a16:creationId xmlns:a16="http://schemas.microsoft.com/office/drawing/2014/main" id="{F40A2FBD-797A-02C1-AD80-C33F49FDCE5E}"/>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3AC3B1A2-78C2-F6F5-CD2B-B0B8D5381435}"/>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Table 0">
            <a:extLst>
              <a:ext uri="{FF2B5EF4-FFF2-40B4-BE49-F238E27FC236}">
                <a16:creationId xmlns:a16="http://schemas.microsoft.com/office/drawing/2014/main" id="{F9386E41-1938-492B-B74F-D80F4384F6E4}"/>
              </a:ext>
            </a:extLst>
          </p:cNvPr>
          <p:cNvGraphicFramePr>
            <a:graphicFrameLocks noGrp="1"/>
          </p:cNvGraphicFramePr>
          <p:nvPr>
            <p:extLst>
              <p:ext uri="{D42A27DB-BD31-4B8C-83A1-F6EECF244321}">
                <p14:modId xmlns:p14="http://schemas.microsoft.com/office/powerpoint/2010/main" val="3024068870"/>
              </p:ext>
            </p:extLst>
          </p:nvPr>
        </p:nvGraphicFramePr>
        <p:xfrm>
          <a:off x="430784" y="1761744"/>
          <a:ext cx="11212576" cy="3210055"/>
        </p:xfrm>
        <a:graphic>
          <a:graphicData uri="http://schemas.openxmlformats.org/drawingml/2006/table">
            <a:tbl>
              <a:tblPr/>
              <a:tblGrid>
                <a:gridCol w="1745149">
                  <a:extLst>
                    <a:ext uri="{9D8B030D-6E8A-4147-A177-3AD203B41FA5}">
                      <a16:colId xmlns:a16="http://schemas.microsoft.com/office/drawing/2014/main" val="20000"/>
                    </a:ext>
                  </a:extLst>
                </a:gridCol>
                <a:gridCol w="5309779">
                  <a:extLst>
                    <a:ext uri="{9D8B030D-6E8A-4147-A177-3AD203B41FA5}">
                      <a16:colId xmlns:a16="http://schemas.microsoft.com/office/drawing/2014/main" val="20001"/>
                    </a:ext>
                  </a:extLst>
                </a:gridCol>
                <a:gridCol w="4157648">
                  <a:extLst>
                    <a:ext uri="{9D8B030D-6E8A-4147-A177-3AD203B41FA5}">
                      <a16:colId xmlns:a16="http://schemas.microsoft.com/office/drawing/2014/main" val="20002"/>
                    </a:ext>
                  </a:extLst>
                </a:gridCol>
              </a:tblGrid>
              <a:tr h="509729">
                <a:tc>
                  <a:txBody>
                    <a:bodyPr/>
                    <a:lstStyle/>
                    <a:p>
                      <a:pPr algn="l" fontAlgn="t">
                        <a:buNone/>
                      </a:pPr>
                      <a:endParaRPr lang="en-US" sz="1200" b="0" dirty="0">
                        <a:solidFill>
                          <a:schemeClr val="bg1"/>
                        </a:solidFill>
                        <a:effectLst/>
                      </a:endParaRP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l" fontAlgn="t">
                        <a:buNone/>
                      </a:pPr>
                      <a:r>
                        <a:rPr lang="en-US" sz="1200" b="1" dirty="0">
                          <a:solidFill>
                            <a:schemeClr val="bg1"/>
                          </a:solidFill>
                          <a:effectLst/>
                        </a:rPr>
                        <a:t>Framework 1 — VG + Dijkstra</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l" fontAlgn="t">
                        <a:buNone/>
                      </a:pPr>
                      <a:r>
                        <a:rPr lang="en-US" sz="1200" b="1" dirty="0">
                          <a:solidFill>
                            <a:schemeClr val="bg1"/>
                          </a:solidFill>
                          <a:effectLst/>
                        </a:rPr>
                        <a:t>Framework 2 — Buffer + A*</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420217">
                <a:tc>
                  <a:txBody>
                    <a:bodyPr/>
                    <a:lstStyle/>
                    <a:p>
                      <a:pPr algn="l" fontAlgn="t" latinLnBrk="0">
                        <a:buNone/>
                      </a:pPr>
                      <a:r>
                        <a:rPr lang="en-US" sz="1200" b="1">
                          <a:solidFill>
                            <a:schemeClr val="bg1"/>
                          </a:solidFill>
                          <a:effectLst/>
                        </a:rPr>
                        <a:t>Preprocessing</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l" fontAlgn="t" latinLnBrk="0">
                        <a:buNone/>
                      </a:pPr>
                      <a:r>
                        <a:rPr lang="en-US" sz="1200" b="0" dirty="0">
                          <a:solidFill>
                            <a:schemeClr val="bg1"/>
                          </a:solidFill>
                          <a:effectLst/>
                        </a:rPr>
                        <a:t>Grid → </a:t>
                      </a:r>
                      <a:r>
                        <a:rPr lang="en-US" sz="1200" b="0" dirty="0" err="1">
                          <a:solidFill>
                            <a:schemeClr val="bg1"/>
                          </a:solidFill>
                          <a:effectLst/>
                        </a:rPr>
                        <a:t>gridtoBlock</a:t>
                      </a:r>
                      <a:r>
                        <a:rPr lang="en-US" sz="1200" b="0" dirty="0">
                          <a:solidFill>
                            <a:schemeClr val="bg1"/>
                          </a:solidFill>
                          <a:effectLst/>
                        </a:rPr>
                        <a:t> cuboids → </a:t>
                      </a:r>
                      <a:r>
                        <a:rPr lang="en-US" sz="1200" b="0" dirty="0" err="1">
                          <a:solidFill>
                            <a:schemeClr val="bg1"/>
                          </a:solidFill>
                          <a:effectLst/>
                        </a:rPr>
                        <a:t>noFlyZone</a:t>
                      </a:r>
                      <a:r>
                        <a:rPr lang="en-US" sz="1200" b="0" dirty="0">
                          <a:solidFill>
                            <a:schemeClr val="bg1"/>
                          </a:solidFill>
                          <a:effectLst/>
                        </a:rPr>
                        <a:t> JSON (per clearance)</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l" fontAlgn="t" latinLnBrk="0">
                        <a:buNone/>
                      </a:pPr>
                      <a:r>
                        <a:rPr lang="it-IT" sz="1200" b="0">
                          <a:solidFill>
                            <a:schemeClr val="bg1"/>
                          </a:solidFill>
                          <a:effectLst/>
                        </a:rPr>
                        <a:t>H CSV → B buffer CSV per scenario (3/5/10/15 m)</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420217">
                <a:tc>
                  <a:txBody>
                    <a:bodyPr/>
                    <a:lstStyle/>
                    <a:p>
                      <a:pPr algn="l" fontAlgn="t" latinLnBrk="0">
                        <a:buNone/>
                      </a:pPr>
                      <a:r>
                        <a:rPr lang="en-US" sz="1200" b="1">
                          <a:solidFill>
                            <a:schemeClr val="bg1"/>
                          </a:solidFill>
                          <a:effectLst/>
                        </a:rPr>
                        <a:t>Search space</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dirty="0">
                          <a:solidFill>
                            <a:schemeClr val="bg1"/>
                          </a:solidFill>
                          <a:effectLst/>
                        </a:rPr>
                        <a:t>Sparse: NFZ corners + OD only (** tens–low hundreds of nodes** per pair)</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a:solidFill>
                            <a:schemeClr val="bg1"/>
                          </a:solidFill>
                          <a:effectLst/>
                        </a:rPr>
                        <a:t>Dense: full 720×720 grid × altitude layers (26-neighbour 3D A*)</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509729">
                <a:tc>
                  <a:txBody>
                    <a:bodyPr/>
                    <a:lstStyle/>
                    <a:p>
                      <a:pPr algn="l" fontAlgn="t" latinLnBrk="0">
                        <a:buNone/>
                      </a:pPr>
                      <a:r>
                        <a:rPr lang="en-US" sz="1200" b="1">
                          <a:solidFill>
                            <a:schemeClr val="bg1"/>
                          </a:solidFill>
                          <a:effectLst/>
                        </a:rPr>
                        <a:t>Per-pair compute (this study)</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dirty="0">
                          <a:solidFill>
                            <a:schemeClr val="bg1"/>
                          </a:solidFill>
                          <a:effectLst/>
                        </a:rPr>
                        <a:t>VG build + Dijkstra on small graph — light per query (not batch-logged)</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a:solidFill>
                            <a:schemeClr val="bg1"/>
                          </a:solidFill>
                          <a:effectLst/>
                        </a:rPr>
                        <a:t>~4–38 s @ 3 m → ~41–147 s @ 10 m; ~0.1–1.8 M node expansions per pair</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3"/>
                  </a:ext>
                </a:extLst>
              </a:tr>
              <a:tr h="509729">
                <a:tc>
                  <a:txBody>
                    <a:bodyPr/>
                    <a:lstStyle/>
                    <a:p>
                      <a:pPr algn="l" fontAlgn="t" latinLnBrk="0">
                        <a:buNone/>
                      </a:pPr>
                      <a:r>
                        <a:rPr lang="en-US" sz="1200" b="1">
                          <a:solidFill>
                            <a:schemeClr val="bg1"/>
                          </a:solidFill>
                          <a:effectLst/>
                        </a:rPr>
                        <a:t>Scaling in dense city</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dirty="0">
                          <a:solidFill>
                            <a:schemeClr val="bg1"/>
                          </a:solidFill>
                          <a:effectLst/>
                        </a:rPr>
                        <a:t>NFZ build is heavy once; routing stays sparse → better for many OD pairs / replanning</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200" b="0" dirty="0">
                          <a:solidFill>
                            <a:schemeClr val="bg1"/>
                          </a:solidFill>
                          <a:effectLst/>
                        </a:rPr>
                        <a:t>Expansions grow sharply with tighter buffers and clutter → Hong Kong-scale grids need much more power</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4"/>
                  </a:ext>
                </a:extLst>
              </a:tr>
              <a:tr h="420217">
                <a:tc>
                  <a:txBody>
                    <a:bodyPr/>
                    <a:lstStyle/>
                    <a:p>
                      <a:pPr algn="l" fontAlgn="t" latinLnBrk="0">
                        <a:buNone/>
                      </a:pPr>
                      <a:r>
                        <a:rPr lang="en-US" sz="1200" b="1">
                          <a:solidFill>
                            <a:schemeClr val="bg1"/>
                          </a:solidFill>
                          <a:effectLst/>
                        </a:rPr>
                        <a:t>Path length</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a:solidFill>
                            <a:schemeClr val="bg1"/>
                          </a:solidFill>
                          <a:effectLst/>
                        </a:rPr>
                        <a:t>Longer (cuboid approximation + limited graph nodes) — demo range 527–672 m</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dirty="0">
                          <a:solidFill>
                            <a:schemeClr val="bg1"/>
                          </a:solidFill>
                          <a:effectLst/>
                        </a:rPr>
                        <a:t>Shorter (finer discretization) — demo range 387–604 m</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10005"/>
                  </a:ext>
                </a:extLst>
              </a:tr>
              <a:tr h="420217">
                <a:tc>
                  <a:txBody>
                    <a:bodyPr/>
                    <a:lstStyle/>
                    <a:p>
                      <a:pPr algn="l" fontAlgn="t" latinLnBrk="0">
                        <a:buNone/>
                      </a:pPr>
                      <a:r>
                        <a:rPr lang="en-US" sz="1200" b="1" dirty="0">
                          <a:solidFill>
                            <a:schemeClr val="bg1"/>
                          </a:solidFill>
                          <a:effectLst/>
                        </a:rPr>
                        <a:t>Waypoints</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a:solidFill>
                            <a:schemeClr val="bg1"/>
                          </a:solidFill>
                          <a:effectLst/>
                        </a:rPr>
                        <a:t>Few — straight segments between visible corners</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tc>
                  <a:txBody>
                    <a:bodyPr/>
                    <a:lstStyle/>
                    <a:p>
                      <a:pPr algn="l" fontAlgn="t" latinLnBrk="0">
                        <a:buNone/>
                      </a:pPr>
                      <a:r>
                        <a:rPr lang="en-US" sz="1200" b="0" dirty="0">
                          <a:solidFill>
                            <a:schemeClr val="bg1"/>
                          </a:solidFill>
                          <a:effectLst/>
                        </a:rPr>
                        <a:t>Many — ~330–480 grid steps per route</a:t>
                      </a:r>
                    </a:p>
                  </a:txBody>
                  <a:tcPr marL="68580" marR="68580" marT="38100" marB="38100" anchor="ctr">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E2040"/>
                    </a:solidFill>
                  </a:tcPr>
                </a:tc>
                <a:extLst>
                  <a:ext uri="{0D108BD9-81ED-4DB2-BD59-A6C34878D82A}">
                    <a16:rowId xmlns:a16="http://schemas.microsoft.com/office/drawing/2014/main" val="956447186"/>
                  </a:ext>
                </a:extLst>
              </a:tr>
            </a:tbl>
          </a:graphicData>
        </a:graphic>
      </p:graphicFrame>
      <p:grpSp>
        <p:nvGrpSpPr>
          <p:cNvPr id="9" name="Group 8">
            <a:extLst>
              <a:ext uri="{FF2B5EF4-FFF2-40B4-BE49-F238E27FC236}">
                <a16:creationId xmlns:a16="http://schemas.microsoft.com/office/drawing/2014/main" id="{66F80592-DB18-2B71-1EB2-128CE19ED963}"/>
              </a:ext>
            </a:extLst>
          </p:cNvPr>
          <p:cNvGrpSpPr/>
          <p:nvPr/>
        </p:nvGrpSpPr>
        <p:grpSpPr>
          <a:xfrm>
            <a:off x="430784" y="5825948"/>
            <a:ext cx="11212576" cy="767485"/>
            <a:chOff x="7802880" y="1889760"/>
            <a:chExt cx="3840480" cy="999744"/>
          </a:xfrm>
        </p:grpSpPr>
        <p:sp>
          <p:nvSpPr>
            <p:cNvPr id="10" name="Shape 3">
              <a:extLst>
                <a:ext uri="{FF2B5EF4-FFF2-40B4-BE49-F238E27FC236}">
                  <a16:creationId xmlns:a16="http://schemas.microsoft.com/office/drawing/2014/main" id="{818343FA-4496-009F-844C-CF18403A5170}"/>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4">
              <a:extLst>
                <a:ext uri="{FF2B5EF4-FFF2-40B4-BE49-F238E27FC236}">
                  <a16:creationId xmlns:a16="http://schemas.microsoft.com/office/drawing/2014/main" id="{6C3559A0-8B68-5DF9-91EA-438A934B08FD}"/>
                </a:ext>
              </a:extLst>
            </p:cNvPr>
            <p:cNvSpPr/>
            <p:nvPr/>
          </p:nvSpPr>
          <p:spPr>
            <a:xfrm>
              <a:off x="7802880" y="1889760"/>
              <a:ext cx="67056" cy="999744"/>
            </a:xfrm>
            <a:prstGeom prst="rect">
              <a:avLst/>
            </a:prstGeom>
            <a:solidFill>
              <a:srgbClr val="7030A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5">
              <a:extLst>
                <a:ext uri="{FF2B5EF4-FFF2-40B4-BE49-F238E27FC236}">
                  <a16:creationId xmlns:a16="http://schemas.microsoft.com/office/drawing/2014/main" id="{AEBB1EF5-39F5-AD7A-EE84-F007A16A3E95}"/>
                </a:ext>
              </a:extLst>
            </p:cNvPr>
            <p:cNvSpPr/>
            <p:nvPr/>
          </p:nvSpPr>
          <p:spPr>
            <a:xfrm>
              <a:off x="7904959" y="1895561"/>
              <a:ext cx="3738401" cy="950976"/>
            </a:xfrm>
            <a:prstGeom prst="rect">
              <a:avLst/>
            </a:prstGeom>
            <a:noFill/>
            <a:ln/>
          </p:spPr>
          <p:txBody>
            <a:bodyPr wrap="square" lIns="0" tIns="0" rIns="0" bIns="0" rtlCol="0" anchor="ctr"/>
            <a:lstStyle/>
            <a:p>
              <a:pPr lvl="0" defTabSz="1219170">
                <a:defRPr/>
              </a:pPr>
              <a:r>
                <a:rPr lang="en-US" dirty="0">
                  <a:solidFill>
                    <a:schemeClr val="bg1"/>
                  </a:solidFill>
                </a:rPr>
                <a:t>Framework 2:</a:t>
              </a:r>
              <a:br>
                <a:rPr lang="en-US" sz="1400" dirty="0">
                  <a:solidFill>
                    <a:schemeClr val="bg1"/>
                  </a:solidFill>
                </a:rPr>
              </a:br>
              <a:r>
                <a:rPr lang="en-US" sz="1600" dirty="0">
                  <a:solidFill>
                    <a:schemeClr val="bg1"/>
                  </a:solidFill>
                </a:rPr>
                <a:t>Many grid points explored → closer to minimum-distance path in the buffer model; needs significantly more CPU/memory/time, especially at 10–15 m clearance and in dense geometry.</a:t>
              </a:r>
              <a:endParaRPr kumimoji="0" lang="en-US" sz="16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p:txBody>
        </p:sp>
      </p:grpSp>
    </p:spTree>
    <p:extLst>
      <p:ext uri="{BB962C8B-B14F-4D97-AF65-F5344CB8AC3E}">
        <p14:creationId xmlns:p14="http://schemas.microsoft.com/office/powerpoint/2010/main" val="1110286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65F44769-FC70-68E7-9424-7047FFD7A83A}"/>
            </a:ext>
          </a:extLst>
        </p:cNvPr>
        <p:cNvGrpSpPr/>
        <p:nvPr/>
      </p:nvGrpSpPr>
      <p:grpSpPr>
        <a:xfrm>
          <a:off x="0" y="0"/>
          <a:ext cx="0" cy="0"/>
          <a:chOff x="0" y="0"/>
          <a:chExt cx="0" cy="0"/>
        </a:xfrm>
      </p:grpSpPr>
      <p:grpSp>
        <p:nvGrpSpPr>
          <p:cNvPr id="311" name="Group 310">
            <a:extLst>
              <a:ext uri="{FF2B5EF4-FFF2-40B4-BE49-F238E27FC236}">
                <a16:creationId xmlns:a16="http://schemas.microsoft.com/office/drawing/2014/main" id="{E6D21D6F-B468-CDEB-C84F-2C8E008D82ED}"/>
              </a:ext>
            </a:extLst>
          </p:cNvPr>
          <p:cNvGrpSpPr/>
          <p:nvPr/>
        </p:nvGrpSpPr>
        <p:grpSpPr>
          <a:xfrm>
            <a:off x="6434667" y="249937"/>
            <a:ext cx="5489109" cy="6193536"/>
            <a:chOff x="7924800" y="609600"/>
            <a:chExt cx="4486656" cy="6193536"/>
          </a:xfrm>
        </p:grpSpPr>
        <p:sp>
          <p:nvSpPr>
            <p:cNvPr id="2" name="Shape 0">
              <a:extLst>
                <a:ext uri="{FF2B5EF4-FFF2-40B4-BE49-F238E27FC236}">
                  <a16:creationId xmlns:a16="http://schemas.microsoft.com/office/drawing/2014/main" id="{3B4FDE0D-6CC0-C721-5346-2AA5DA7DC313}"/>
                </a:ext>
              </a:extLst>
            </p:cNvPr>
            <p:cNvSpPr/>
            <p:nvPr/>
          </p:nvSpPr>
          <p:spPr>
            <a:xfrm>
              <a:off x="792480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a:extLst>
                <a:ext uri="{FF2B5EF4-FFF2-40B4-BE49-F238E27FC236}">
                  <a16:creationId xmlns:a16="http://schemas.microsoft.com/office/drawing/2014/main" id="{F4628770-F2F7-DF86-38AF-6230C44A8120}"/>
                </a:ext>
              </a:extLst>
            </p:cNvPr>
            <p:cNvSpPr/>
            <p:nvPr/>
          </p:nvSpPr>
          <p:spPr>
            <a:xfrm>
              <a:off x="826617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C490EEDB-9399-70AC-25E0-E78C4F620908}"/>
                </a:ext>
              </a:extLst>
            </p:cNvPr>
            <p:cNvSpPr/>
            <p:nvPr/>
          </p:nvSpPr>
          <p:spPr>
            <a:xfrm>
              <a:off x="860755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32F2FC69-311B-4A6E-E450-C1A9D27A3CA9}"/>
                </a:ext>
              </a:extLst>
            </p:cNvPr>
            <p:cNvSpPr/>
            <p:nvPr/>
          </p:nvSpPr>
          <p:spPr>
            <a:xfrm>
              <a:off x="894892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a:extLst>
                <a:ext uri="{FF2B5EF4-FFF2-40B4-BE49-F238E27FC236}">
                  <a16:creationId xmlns:a16="http://schemas.microsoft.com/office/drawing/2014/main" id="{78DA5372-9727-DACC-6E4E-6767B6923730}"/>
                </a:ext>
              </a:extLst>
            </p:cNvPr>
            <p:cNvSpPr/>
            <p:nvPr/>
          </p:nvSpPr>
          <p:spPr>
            <a:xfrm>
              <a:off x="929030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9BCEDBD2-3516-DDA7-CB93-873D30E82C60}"/>
                </a:ext>
              </a:extLst>
            </p:cNvPr>
            <p:cNvSpPr/>
            <p:nvPr/>
          </p:nvSpPr>
          <p:spPr>
            <a:xfrm>
              <a:off x="963168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a:extLst>
                <a:ext uri="{FF2B5EF4-FFF2-40B4-BE49-F238E27FC236}">
                  <a16:creationId xmlns:a16="http://schemas.microsoft.com/office/drawing/2014/main" id="{12AC7D20-9115-6A84-859C-9FE2907A4F9D}"/>
                </a:ext>
              </a:extLst>
            </p:cNvPr>
            <p:cNvSpPr/>
            <p:nvPr/>
          </p:nvSpPr>
          <p:spPr>
            <a:xfrm>
              <a:off x="997305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Shape 7">
              <a:extLst>
                <a:ext uri="{FF2B5EF4-FFF2-40B4-BE49-F238E27FC236}">
                  <a16:creationId xmlns:a16="http://schemas.microsoft.com/office/drawing/2014/main" id="{955D26E9-461A-C43F-2D52-0C7CF4569A71}"/>
                </a:ext>
              </a:extLst>
            </p:cNvPr>
            <p:cNvSpPr/>
            <p:nvPr/>
          </p:nvSpPr>
          <p:spPr>
            <a:xfrm>
              <a:off x="1031443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Shape 8">
              <a:extLst>
                <a:ext uri="{FF2B5EF4-FFF2-40B4-BE49-F238E27FC236}">
                  <a16:creationId xmlns:a16="http://schemas.microsoft.com/office/drawing/2014/main" id="{7895B027-6287-EED7-2F3F-87573B97B22A}"/>
                </a:ext>
              </a:extLst>
            </p:cNvPr>
            <p:cNvSpPr/>
            <p:nvPr/>
          </p:nvSpPr>
          <p:spPr>
            <a:xfrm>
              <a:off x="1065580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F5D34121-877C-4F1D-6690-5AC64368899B}"/>
                </a:ext>
              </a:extLst>
            </p:cNvPr>
            <p:cNvSpPr/>
            <p:nvPr/>
          </p:nvSpPr>
          <p:spPr>
            <a:xfrm>
              <a:off x="10997184"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a:extLst>
                <a:ext uri="{FF2B5EF4-FFF2-40B4-BE49-F238E27FC236}">
                  <a16:creationId xmlns:a16="http://schemas.microsoft.com/office/drawing/2014/main" id="{3AB46C82-24AA-F577-C387-0CD37559049F}"/>
                </a:ext>
              </a:extLst>
            </p:cNvPr>
            <p:cNvSpPr/>
            <p:nvPr/>
          </p:nvSpPr>
          <p:spPr>
            <a:xfrm>
              <a:off x="11338560"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a:extLst>
                <a:ext uri="{FF2B5EF4-FFF2-40B4-BE49-F238E27FC236}">
                  <a16:creationId xmlns:a16="http://schemas.microsoft.com/office/drawing/2014/main" id="{51C70583-EA5F-3C6F-40D8-8F0AD19691C8}"/>
                </a:ext>
              </a:extLst>
            </p:cNvPr>
            <p:cNvSpPr/>
            <p:nvPr/>
          </p:nvSpPr>
          <p:spPr>
            <a:xfrm>
              <a:off x="11679936"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2">
              <a:extLst>
                <a:ext uri="{FF2B5EF4-FFF2-40B4-BE49-F238E27FC236}">
                  <a16:creationId xmlns:a16="http://schemas.microsoft.com/office/drawing/2014/main" id="{361B7C3F-2E98-3D09-D236-AF49CECF8B21}"/>
                </a:ext>
              </a:extLst>
            </p:cNvPr>
            <p:cNvSpPr/>
            <p:nvPr/>
          </p:nvSpPr>
          <p:spPr>
            <a:xfrm>
              <a:off x="12021312"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E9259F4D-64DC-879E-ADD6-BF4A35C1BC8C}"/>
                </a:ext>
              </a:extLst>
            </p:cNvPr>
            <p:cNvSpPr/>
            <p:nvPr/>
          </p:nvSpPr>
          <p:spPr>
            <a:xfrm>
              <a:off x="12362688" y="60960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4">
              <a:extLst>
                <a:ext uri="{FF2B5EF4-FFF2-40B4-BE49-F238E27FC236}">
                  <a16:creationId xmlns:a16="http://schemas.microsoft.com/office/drawing/2014/main" id="{3CE11DC2-2B68-50D0-CADB-C705DAF3A91B}"/>
                </a:ext>
              </a:extLst>
            </p:cNvPr>
            <p:cNvSpPr/>
            <p:nvPr/>
          </p:nvSpPr>
          <p:spPr>
            <a:xfrm>
              <a:off x="792480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a:extLst>
                <a:ext uri="{FF2B5EF4-FFF2-40B4-BE49-F238E27FC236}">
                  <a16:creationId xmlns:a16="http://schemas.microsoft.com/office/drawing/2014/main" id="{F0F7F300-2415-32F7-7839-DE92251F579A}"/>
                </a:ext>
              </a:extLst>
            </p:cNvPr>
            <p:cNvSpPr/>
            <p:nvPr/>
          </p:nvSpPr>
          <p:spPr>
            <a:xfrm>
              <a:off x="826617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a:extLst>
                <a:ext uri="{FF2B5EF4-FFF2-40B4-BE49-F238E27FC236}">
                  <a16:creationId xmlns:a16="http://schemas.microsoft.com/office/drawing/2014/main" id="{6F691E8C-9F7A-F1A1-B593-75649978FC89}"/>
                </a:ext>
              </a:extLst>
            </p:cNvPr>
            <p:cNvSpPr/>
            <p:nvPr/>
          </p:nvSpPr>
          <p:spPr>
            <a:xfrm>
              <a:off x="860755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51BA37E4-7A23-2E50-1B1F-62E8E270F061}"/>
                </a:ext>
              </a:extLst>
            </p:cNvPr>
            <p:cNvSpPr/>
            <p:nvPr/>
          </p:nvSpPr>
          <p:spPr>
            <a:xfrm>
              <a:off x="894892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a:extLst>
                <a:ext uri="{FF2B5EF4-FFF2-40B4-BE49-F238E27FC236}">
                  <a16:creationId xmlns:a16="http://schemas.microsoft.com/office/drawing/2014/main" id="{E1AB708C-F99A-22E0-477B-7AD2CCE02C83}"/>
                </a:ext>
              </a:extLst>
            </p:cNvPr>
            <p:cNvSpPr/>
            <p:nvPr/>
          </p:nvSpPr>
          <p:spPr>
            <a:xfrm>
              <a:off x="929030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a:extLst>
                <a:ext uri="{FF2B5EF4-FFF2-40B4-BE49-F238E27FC236}">
                  <a16:creationId xmlns:a16="http://schemas.microsoft.com/office/drawing/2014/main" id="{A5CF492B-9B40-F168-4DD5-B4ABCC8FB030}"/>
                </a:ext>
              </a:extLst>
            </p:cNvPr>
            <p:cNvSpPr/>
            <p:nvPr/>
          </p:nvSpPr>
          <p:spPr>
            <a:xfrm>
              <a:off x="963168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a:extLst>
                <a:ext uri="{FF2B5EF4-FFF2-40B4-BE49-F238E27FC236}">
                  <a16:creationId xmlns:a16="http://schemas.microsoft.com/office/drawing/2014/main" id="{1660E013-CF52-2FEB-3143-7CB1E820DA1C}"/>
                </a:ext>
              </a:extLst>
            </p:cNvPr>
            <p:cNvSpPr/>
            <p:nvPr/>
          </p:nvSpPr>
          <p:spPr>
            <a:xfrm>
              <a:off x="997305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AD0988D4-2CA6-344F-45A2-1520C4139745}"/>
                </a:ext>
              </a:extLst>
            </p:cNvPr>
            <p:cNvSpPr/>
            <p:nvPr/>
          </p:nvSpPr>
          <p:spPr>
            <a:xfrm>
              <a:off x="1031443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a:extLst>
                <a:ext uri="{FF2B5EF4-FFF2-40B4-BE49-F238E27FC236}">
                  <a16:creationId xmlns:a16="http://schemas.microsoft.com/office/drawing/2014/main" id="{A3A6DDB3-9A8E-CFBA-31E6-BF04324408E4}"/>
                </a:ext>
              </a:extLst>
            </p:cNvPr>
            <p:cNvSpPr/>
            <p:nvPr/>
          </p:nvSpPr>
          <p:spPr>
            <a:xfrm>
              <a:off x="1065580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a:extLst>
                <a:ext uri="{FF2B5EF4-FFF2-40B4-BE49-F238E27FC236}">
                  <a16:creationId xmlns:a16="http://schemas.microsoft.com/office/drawing/2014/main" id="{B20B4555-CE06-7B3E-A8B1-5EEDD2CEAFB0}"/>
                </a:ext>
              </a:extLst>
            </p:cNvPr>
            <p:cNvSpPr/>
            <p:nvPr/>
          </p:nvSpPr>
          <p:spPr>
            <a:xfrm>
              <a:off x="10997184"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a:extLst>
                <a:ext uri="{FF2B5EF4-FFF2-40B4-BE49-F238E27FC236}">
                  <a16:creationId xmlns:a16="http://schemas.microsoft.com/office/drawing/2014/main" id="{37A4E499-CE1A-43C3-54E1-02B318E1EE08}"/>
                </a:ext>
              </a:extLst>
            </p:cNvPr>
            <p:cNvSpPr/>
            <p:nvPr/>
          </p:nvSpPr>
          <p:spPr>
            <a:xfrm>
              <a:off x="11338560"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a:extLst>
                <a:ext uri="{FF2B5EF4-FFF2-40B4-BE49-F238E27FC236}">
                  <a16:creationId xmlns:a16="http://schemas.microsoft.com/office/drawing/2014/main" id="{0EA344DF-5B32-92F3-F3DB-ED729423C4D4}"/>
                </a:ext>
              </a:extLst>
            </p:cNvPr>
            <p:cNvSpPr/>
            <p:nvPr/>
          </p:nvSpPr>
          <p:spPr>
            <a:xfrm>
              <a:off x="11679936"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6">
              <a:extLst>
                <a:ext uri="{FF2B5EF4-FFF2-40B4-BE49-F238E27FC236}">
                  <a16:creationId xmlns:a16="http://schemas.microsoft.com/office/drawing/2014/main" id="{04FE8B92-BE26-4463-DA45-A37E72A4D8C0}"/>
                </a:ext>
              </a:extLst>
            </p:cNvPr>
            <p:cNvSpPr/>
            <p:nvPr/>
          </p:nvSpPr>
          <p:spPr>
            <a:xfrm>
              <a:off x="12021312"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a:extLst>
                <a:ext uri="{FF2B5EF4-FFF2-40B4-BE49-F238E27FC236}">
                  <a16:creationId xmlns:a16="http://schemas.microsoft.com/office/drawing/2014/main" id="{D1ED14DC-2618-6221-94EB-3741BA0CE55F}"/>
                </a:ext>
              </a:extLst>
            </p:cNvPr>
            <p:cNvSpPr/>
            <p:nvPr/>
          </p:nvSpPr>
          <p:spPr>
            <a:xfrm>
              <a:off x="12362688" y="95097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a:extLst>
                <a:ext uri="{FF2B5EF4-FFF2-40B4-BE49-F238E27FC236}">
                  <a16:creationId xmlns:a16="http://schemas.microsoft.com/office/drawing/2014/main" id="{A76027E8-012F-9946-5A95-18DEE3A782DF}"/>
                </a:ext>
              </a:extLst>
            </p:cNvPr>
            <p:cNvSpPr/>
            <p:nvPr/>
          </p:nvSpPr>
          <p:spPr>
            <a:xfrm>
              <a:off x="792480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a:extLst>
                <a:ext uri="{FF2B5EF4-FFF2-40B4-BE49-F238E27FC236}">
                  <a16:creationId xmlns:a16="http://schemas.microsoft.com/office/drawing/2014/main" id="{0E0FC286-53DC-FC5C-964F-A1EACB9AB2C1}"/>
                </a:ext>
              </a:extLst>
            </p:cNvPr>
            <p:cNvSpPr/>
            <p:nvPr/>
          </p:nvSpPr>
          <p:spPr>
            <a:xfrm>
              <a:off x="826617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a:extLst>
                <a:ext uri="{FF2B5EF4-FFF2-40B4-BE49-F238E27FC236}">
                  <a16:creationId xmlns:a16="http://schemas.microsoft.com/office/drawing/2014/main" id="{2054FF45-0C27-1A81-5F74-58460EE7DFFC}"/>
                </a:ext>
              </a:extLst>
            </p:cNvPr>
            <p:cNvSpPr/>
            <p:nvPr/>
          </p:nvSpPr>
          <p:spPr>
            <a:xfrm>
              <a:off x="860755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1">
              <a:extLst>
                <a:ext uri="{FF2B5EF4-FFF2-40B4-BE49-F238E27FC236}">
                  <a16:creationId xmlns:a16="http://schemas.microsoft.com/office/drawing/2014/main" id="{25D7AB85-7316-79F9-FB25-E6F3DE29D005}"/>
                </a:ext>
              </a:extLst>
            </p:cNvPr>
            <p:cNvSpPr/>
            <p:nvPr/>
          </p:nvSpPr>
          <p:spPr>
            <a:xfrm>
              <a:off x="894892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2">
              <a:extLst>
                <a:ext uri="{FF2B5EF4-FFF2-40B4-BE49-F238E27FC236}">
                  <a16:creationId xmlns:a16="http://schemas.microsoft.com/office/drawing/2014/main" id="{042242C3-60A4-665F-A380-0E36181A9530}"/>
                </a:ext>
              </a:extLst>
            </p:cNvPr>
            <p:cNvSpPr/>
            <p:nvPr/>
          </p:nvSpPr>
          <p:spPr>
            <a:xfrm>
              <a:off x="929030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3">
              <a:extLst>
                <a:ext uri="{FF2B5EF4-FFF2-40B4-BE49-F238E27FC236}">
                  <a16:creationId xmlns:a16="http://schemas.microsoft.com/office/drawing/2014/main" id="{ADA3D399-FC84-3D72-CC66-AA39C380B3E4}"/>
                </a:ext>
              </a:extLst>
            </p:cNvPr>
            <p:cNvSpPr/>
            <p:nvPr/>
          </p:nvSpPr>
          <p:spPr>
            <a:xfrm>
              <a:off x="963168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34">
              <a:extLst>
                <a:ext uri="{FF2B5EF4-FFF2-40B4-BE49-F238E27FC236}">
                  <a16:creationId xmlns:a16="http://schemas.microsoft.com/office/drawing/2014/main" id="{841BF5A0-BD12-9BD4-B4A0-2BA2E1F41EBB}"/>
                </a:ext>
              </a:extLst>
            </p:cNvPr>
            <p:cNvSpPr/>
            <p:nvPr/>
          </p:nvSpPr>
          <p:spPr>
            <a:xfrm>
              <a:off x="997305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35">
              <a:extLst>
                <a:ext uri="{FF2B5EF4-FFF2-40B4-BE49-F238E27FC236}">
                  <a16:creationId xmlns:a16="http://schemas.microsoft.com/office/drawing/2014/main" id="{E34FEE89-939C-FF5A-599A-52D68D4A351C}"/>
                </a:ext>
              </a:extLst>
            </p:cNvPr>
            <p:cNvSpPr/>
            <p:nvPr/>
          </p:nvSpPr>
          <p:spPr>
            <a:xfrm>
              <a:off x="1031443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a:extLst>
                <a:ext uri="{FF2B5EF4-FFF2-40B4-BE49-F238E27FC236}">
                  <a16:creationId xmlns:a16="http://schemas.microsoft.com/office/drawing/2014/main" id="{5E13D0EA-B837-E9D4-8C30-0827C6863E2F}"/>
                </a:ext>
              </a:extLst>
            </p:cNvPr>
            <p:cNvSpPr/>
            <p:nvPr/>
          </p:nvSpPr>
          <p:spPr>
            <a:xfrm>
              <a:off x="1065580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a:extLst>
                <a:ext uri="{FF2B5EF4-FFF2-40B4-BE49-F238E27FC236}">
                  <a16:creationId xmlns:a16="http://schemas.microsoft.com/office/drawing/2014/main" id="{C5F5E0E6-9418-C691-C156-5BA243AF09A7}"/>
                </a:ext>
              </a:extLst>
            </p:cNvPr>
            <p:cNvSpPr/>
            <p:nvPr/>
          </p:nvSpPr>
          <p:spPr>
            <a:xfrm>
              <a:off x="10997184"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8">
              <a:extLst>
                <a:ext uri="{FF2B5EF4-FFF2-40B4-BE49-F238E27FC236}">
                  <a16:creationId xmlns:a16="http://schemas.microsoft.com/office/drawing/2014/main" id="{0449CEA9-4F9D-2C40-6C76-73531BD90A97}"/>
                </a:ext>
              </a:extLst>
            </p:cNvPr>
            <p:cNvSpPr/>
            <p:nvPr/>
          </p:nvSpPr>
          <p:spPr>
            <a:xfrm>
              <a:off x="11338560"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9">
              <a:extLst>
                <a:ext uri="{FF2B5EF4-FFF2-40B4-BE49-F238E27FC236}">
                  <a16:creationId xmlns:a16="http://schemas.microsoft.com/office/drawing/2014/main" id="{EC3159C7-3A18-A173-5A83-054B73ED1ECA}"/>
                </a:ext>
              </a:extLst>
            </p:cNvPr>
            <p:cNvSpPr/>
            <p:nvPr/>
          </p:nvSpPr>
          <p:spPr>
            <a:xfrm>
              <a:off x="11679936"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a:extLst>
                <a:ext uri="{FF2B5EF4-FFF2-40B4-BE49-F238E27FC236}">
                  <a16:creationId xmlns:a16="http://schemas.microsoft.com/office/drawing/2014/main" id="{E91C0FFF-5B9E-80E3-E265-7FC683303B6A}"/>
                </a:ext>
              </a:extLst>
            </p:cNvPr>
            <p:cNvSpPr/>
            <p:nvPr/>
          </p:nvSpPr>
          <p:spPr>
            <a:xfrm>
              <a:off x="12021312"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Shape 41">
              <a:extLst>
                <a:ext uri="{FF2B5EF4-FFF2-40B4-BE49-F238E27FC236}">
                  <a16:creationId xmlns:a16="http://schemas.microsoft.com/office/drawing/2014/main" id="{A765148B-A882-145A-B677-E280A8C0B73E}"/>
                </a:ext>
              </a:extLst>
            </p:cNvPr>
            <p:cNvSpPr/>
            <p:nvPr/>
          </p:nvSpPr>
          <p:spPr>
            <a:xfrm>
              <a:off x="12362688" y="129235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42">
              <a:extLst>
                <a:ext uri="{FF2B5EF4-FFF2-40B4-BE49-F238E27FC236}">
                  <a16:creationId xmlns:a16="http://schemas.microsoft.com/office/drawing/2014/main" id="{FAC97725-3E21-FF9C-7EF4-0A1869F65850}"/>
                </a:ext>
              </a:extLst>
            </p:cNvPr>
            <p:cNvSpPr/>
            <p:nvPr/>
          </p:nvSpPr>
          <p:spPr>
            <a:xfrm>
              <a:off x="792480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a:extLst>
                <a:ext uri="{FF2B5EF4-FFF2-40B4-BE49-F238E27FC236}">
                  <a16:creationId xmlns:a16="http://schemas.microsoft.com/office/drawing/2014/main" id="{A6AFCE5E-24DF-BC25-9AD7-E3B323567AE6}"/>
                </a:ext>
              </a:extLst>
            </p:cNvPr>
            <p:cNvSpPr/>
            <p:nvPr/>
          </p:nvSpPr>
          <p:spPr>
            <a:xfrm>
              <a:off x="826617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4">
              <a:extLst>
                <a:ext uri="{FF2B5EF4-FFF2-40B4-BE49-F238E27FC236}">
                  <a16:creationId xmlns:a16="http://schemas.microsoft.com/office/drawing/2014/main" id="{68C57D6B-72D9-EF1B-6852-EEE72BB2F1A6}"/>
                </a:ext>
              </a:extLst>
            </p:cNvPr>
            <p:cNvSpPr/>
            <p:nvPr/>
          </p:nvSpPr>
          <p:spPr>
            <a:xfrm>
              <a:off x="860755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a:extLst>
                <a:ext uri="{FF2B5EF4-FFF2-40B4-BE49-F238E27FC236}">
                  <a16:creationId xmlns:a16="http://schemas.microsoft.com/office/drawing/2014/main" id="{4A828178-5823-6037-6DA7-09592EA1A4EA}"/>
                </a:ext>
              </a:extLst>
            </p:cNvPr>
            <p:cNvSpPr/>
            <p:nvPr/>
          </p:nvSpPr>
          <p:spPr>
            <a:xfrm>
              <a:off x="894892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a:extLst>
                <a:ext uri="{FF2B5EF4-FFF2-40B4-BE49-F238E27FC236}">
                  <a16:creationId xmlns:a16="http://schemas.microsoft.com/office/drawing/2014/main" id="{D308BD2C-6CF9-06A1-AB28-2A8EBCFE851A}"/>
                </a:ext>
              </a:extLst>
            </p:cNvPr>
            <p:cNvSpPr/>
            <p:nvPr/>
          </p:nvSpPr>
          <p:spPr>
            <a:xfrm>
              <a:off x="929030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a:extLst>
                <a:ext uri="{FF2B5EF4-FFF2-40B4-BE49-F238E27FC236}">
                  <a16:creationId xmlns:a16="http://schemas.microsoft.com/office/drawing/2014/main" id="{0A0149CE-4C26-2120-BB7E-58B02EF3D696}"/>
                </a:ext>
              </a:extLst>
            </p:cNvPr>
            <p:cNvSpPr/>
            <p:nvPr/>
          </p:nvSpPr>
          <p:spPr>
            <a:xfrm>
              <a:off x="963168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8">
              <a:extLst>
                <a:ext uri="{FF2B5EF4-FFF2-40B4-BE49-F238E27FC236}">
                  <a16:creationId xmlns:a16="http://schemas.microsoft.com/office/drawing/2014/main" id="{6BEB7F08-2D36-579E-6468-D83DD8D12C10}"/>
                </a:ext>
              </a:extLst>
            </p:cNvPr>
            <p:cNvSpPr/>
            <p:nvPr/>
          </p:nvSpPr>
          <p:spPr>
            <a:xfrm>
              <a:off x="997305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a:extLst>
                <a:ext uri="{FF2B5EF4-FFF2-40B4-BE49-F238E27FC236}">
                  <a16:creationId xmlns:a16="http://schemas.microsoft.com/office/drawing/2014/main" id="{23488606-21CF-3C29-AA86-3475172032CD}"/>
                </a:ext>
              </a:extLst>
            </p:cNvPr>
            <p:cNvSpPr/>
            <p:nvPr/>
          </p:nvSpPr>
          <p:spPr>
            <a:xfrm>
              <a:off x="1031443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50">
              <a:extLst>
                <a:ext uri="{FF2B5EF4-FFF2-40B4-BE49-F238E27FC236}">
                  <a16:creationId xmlns:a16="http://schemas.microsoft.com/office/drawing/2014/main" id="{9CC91C5B-D927-253C-1C0D-223BF49F60DB}"/>
                </a:ext>
              </a:extLst>
            </p:cNvPr>
            <p:cNvSpPr/>
            <p:nvPr/>
          </p:nvSpPr>
          <p:spPr>
            <a:xfrm>
              <a:off x="1065580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Shape 51">
              <a:extLst>
                <a:ext uri="{FF2B5EF4-FFF2-40B4-BE49-F238E27FC236}">
                  <a16:creationId xmlns:a16="http://schemas.microsoft.com/office/drawing/2014/main" id="{CD61DE3C-A8AE-DD24-F54C-B45E52804196}"/>
                </a:ext>
              </a:extLst>
            </p:cNvPr>
            <p:cNvSpPr/>
            <p:nvPr/>
          </p:nvSpPr>
          <p:spPr>
            <a:xfrm>
              <a:off x="10997184"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2">
              <a:extLst>
                <a:ext uri="{FF2B5EF4-FFF2-40B4-BE49-F238E27FC236}">
                  <a16:creationId xmlns:a16="http://schemas.microsoft.com/office/drawing/2014/main" id="{16666171-095C-137E-D07B-E69F83C82E09}"/>
                </a:ext>
              </a:extLst>
            </p:cNvPr>
            <p:cNvSpPr/>
            <p:nvPr/>
          </p:nvSpPr>
          <p:spPr>
            <a:xfrm>
              <a:off x="11338560"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3">
              <a:extLst>
                <a:ext uri="{FF2B5EF4-FFF2-40B4-BE49-F238E27FC236}">
                  <a16:creationId xmlns:a16="http://schemas.microsoft.com/office/drawing/2014/main" id="{A09DCD81-855D-17FD-1753-5A4518D02FBB}"/>
                </a:ext>
              </a:extLst>
            </p:cNvPr>
            <p:cNvSpPr/>
            <p:nvPr/>
          </p:nvSpPr>
          <p:spPr>
            <a:xfrm>
              <a:off x="11679936"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a:extLst>
                <a:ext uri="{FF2B5EF4-FFF2-40B4-BE49-F238E27FC236}">
                  <a16:creationId xmlns:a16="http://schemas.microsoft.com/office/drawing/2014/main" id="{F92F56A6-3477-503A-C1EB-2AAB79F1C375}"/>
                </a:ext>
              </a:extLst>
            </p:cNvPr>
            <p:cNvSpPr/>
            <p:nvPr/>
          </p:nvSpPr>
          <p:spPr>
            <a:xfrm>
              <a:off x="12021312"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55">
              <a:extLst>
                <a:ext uri="{FF2B5EF4-FFF2-40B4-BE49-F238E27FC236}">
                  <a16:creationId xmlns:a16="http://schemas.microsoft.com/office/drawing/2014/main" id="{5AD85D04-ECEA-F85B-7BC9-C11931D6F97B}"/>
                </a:ext>
              </a:extLst>
            </p:cNvPr>
            <p:cNvSpPr/>
            <p:nvPr/>
          </p:nvSpPr>
          <p:spPr>
            <a:xfrm>
              <a:off x="12362688" y="163372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56">
              <a:extLst>
                <a:ext uri="{FF2B5EF4-FFF2-40B4-BE49-F238E27FC236}">
                  <a16:creationId xmlns:a16="http://schemas.microsoft.com/office/drawing/2014/main" id="{2469AD66-B92A-7D13-5598-CF24F2E0E140}"/>
                </a:ext>
              </a:extLst>
            </p:cNvPr>
            <p:cNvSpPr/>
            <p:nvPr/>
          </p:nvSpPr>
          <p:spPr>
            <a:xfrm>
              <a:off x="792480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57">
              <a:extLst>
                <a:ext uri="{FF2B5EF4-FFF2-40B4-BE49-F238E27FC236}">
                  <a16:creationId xmlns:a16="http://schemas.microsoft.com/office/drawing/2014/main" id="{E9ABBC55-9C3C-2D65-A74F-FBCB244B10FF}"/>
                </a:ext>
              </a:extLst>
            </p:cNvPr>
            <p:cNvSpPr/>
            <p:nvPr/>
          </p:nvSpPr>
          <p:spPr>
            <a:xfrm>
              <a:off x="826617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Shape 58">
              <a:extLst>
                <a:ext uri="{FF2B5EF4-FFF2-40B4-BE49-F238E27FC236}">
                  <a16:creationId xmlns:a16="http://schemas.microsoft.com/office/drawing/2014/main" id="{A6182E70-94DC-CDBA-E251-DB54D703F7B3}"/>
                </a:ext>
              </a:extLst>
            </p:cNvPr>
            <p:cNvSpPr/>
            <p:nvPr/>
          </p:nvSpPr>
          <p:spPr>
            <a:xfrm>
              <a:off x="860755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Shape 59">
              <a:extLst>
                <a:ext uri="{FF2B5EF4-FFF2-40B4-BE49-F238E27FC236}">
                  <a16:creationId xmlns:a16="http://schemas.microsoft.com/office/drawing/2014/main" id="{5246DDE5-452F-91D5-6E6E-2A7F2FB8B8D2}"/>
                </a:ext>
              </a:extLst>
            </p:cNvPr>
            <p:cNvSpPr/>
            <p:nvPr/>
          </p:nvSpPr>
          <p:spPr>
            <a:xfrm>
              <a:off x="894892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Shape 60">
              <a:extLst>
                <a:ext uri="{FF2B5EF4-FFF2-40B4-BE49-F238E27FC236}">
                  <a16:creationId xmlns:a16="http://schemas.microsoft.com/office/drawing/2014/main" id="{E0D8CC9B-7FD8-37D7-AD87-14E59E76EE86}"/>
                </a:ext>
              </a:extLst>
            </p:cNvPr>
            <p:cNvSpPr/>
            <p:nvPr/>
          </p:nvSpPr>
          <p:spPr>
            <a:xfrm>
              <a:off x="929030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1">
              <a:extLst>
                <a:ext uri="{FF2B5EF4-FFF2-40B4-BE49-F238E27FC236}">
                  <a16:creationId xmlns:a16="http://schemas.microsoft.com/office/drawing/2014/main" id="{5DBCF74D-0E67-198D-E06E-B0D9B76A7F66}"/>
                </a:ext>
              </a:extLst>
            </p:cNvPr>
            <p:cNvSpPr/>
            <p:nvPr/>
          </p:nvSpPr>
          <p:spPr>
            <a:xfrm>
              <a:off x="963168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2">
              <a:extLst>
                <a:ext uri="{FF2B5EF4-FFF2-40B4-BE49-F238E27FC236}">
                  <a16:creationId xmlns:a16="http://schemas.microsoft.com/office/drawing/2014/main" id="{4E22E84B-086A-6273-3C6B-97BE73510F61}"/>
                </a:ext>
              </a:extLst>
            </p:cNvPr>
            <p:cNvSpPr/>
            <p:nvPr/>
          </p:nvSpPr>
          <p:spPr>
            <a:xfrm>
              <a:off x="997305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3">
              <a:extLst>
                <a:ext uri="{FF2B5EF4-FFF2-40B4-BE49-F238E27FC236}">
                  <a16:creationId xmlns:a16="http://schemas.microsoft.com/office/drawing/2014/main" id="{D72F78CF-7591-025F-DFFB-6E56EB6655B1}"/>
                </a:ext>
              </a:extLst>
            </p:cNvPr>
            <p:cNvSpPr/>
            <p:nvPr/>
          </p:nvSpPr>
          <p:spPr>
            <a:xfrm>
              <a:off x="1031443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64">
              <a:extLst>
                <a:ext uri="{FF2B5EF4-FFF2-40B4-BE49-F238E27FC236}">
                  <a16:creationId xmlns:a16="http://schemas.microsoft.com/office/drawing/2014/main" id="{3482A413-83E9-B550-1473-44C2E3B75B1B}"/>
                </a:ext>
              </a:extLst>
            </p:cNvPr>
            <p:cNvSpPr/>
            <p:nvPr/>
          </p:nvSpPr>
          <p:spPr>
            <a:xfrm>
              <a:off x="1065580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65">
              <a:extLst>
                <a:ext uri="{FF2B5EF4-FFF2-40B4-BE49-F238E27FC236}">
                  <a16:creationId xmlns:a16="http://schemas.microsoft.com/office/drawing/2014/main" id="{2AC16D8A-8C64-A354-8DAF-D13DBBE9A0E3}"/>
                </a:ext>
              </a:extLst>
            </p:cNvPr>
            <p:cNvSpPr/>
            <p:nvPr/>
          </p:nvSpPr>
          <p:spPr>
            <a:xfrm>
              <a:off x="10997184"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6">
              <a:extLst>
                <a:ext uri="{FF2B5EF4-FFF2-40B4-BE49-F238E27FC236}">
                  <a16:creationId xmlns:a16="http://schemas.microsoft.com/office/drawing/2014/main" id="{3946365D-403C-22CD-E0C3-22EF11E7D334}"/>
                </a:ext>
              </a:extLst>
            </p:cNvPr>
            <p:cNvSpPr/>
            <p:nvPr/>
          </p:nvSpPr>
          <p:spPr>
            <a:xfrm>
              <a:off x="11338560"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7">
              <a:extLst>
                <a:ext uri="{FF2B5EF4-FFF2-40B4-BE49-F238E27FC236}">
                  <a16:creationId xmlns:a16="http://schemas.microsoft.com/office/drawing/2014/main" id="{D17831C5-577E-7ED2-47BC-637FAD404068}"/>
                </a:ext>
              </a:extLst>
            </p:cNvPr>
            <p:cNvSpPr/>
            <p:nvPr/>
          </p:nvSpPr>
          <p:spPr>
            <a:xfrm>
              <a:off x="11679936"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8">
              <a:extLst>
                <a:ext uri="{FF2B5EF4-FFF2-40B4-BE49-F238E27FC236}">
                  <a16:creationId xmlns:a16="http://schemas.microsoft.com/office/drawing/2014/main" id="{7408357C-68CE-190F-6D50-4649B5F1125F}"/>
                </a:ext>
              </a:extLst>
            </p:cNvPr>
            <p:cNvSpPr/>
            <p:nvPr/>
          </p:nvSpPr>
          <p:spPr>
            <a:xfrm>
              <a:off x="12021312"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9">
              <a:extLst>
                <a:ext uri="{FF2B5EF4-FFF2-40B4-BE49-F238E27FC236}">
                  <a16:creationId xmlns:a16="http://schemas.microsoft.com/office/drawing/2014/main" id="{EBE33368-8E01-88C0-3D21-885F54969EE3}"/>
                </a:ext>
              </a:extLst>
            </p:cNvPr>
            <p:cNvSpPr/>
            <p:nvPr/>
          </p:nvSpPr>
          <p:spPr>
            <a:xfrm>
              <a:off x="12362688" y="197510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70">
              <a:extLst>
                <a:ext uri="{FF2B5EF4-FFF2-40B4-BE49-F238E27FC236}">
                  <a16:creationId xmlns:a16="http://schemas.microsoft.com/office/drawing/2014/main" id="{78C5A4A4-B10E-4BAC-B637-9D924E7B1865}"/>
                </a:ext>
              </a:extLst>
            </p:cNvPr>
            <p:cNvSpPr/>
            <p:nvPr/>
          </p:nvSpPr>
          <p:spPr>
            <a:xfrm>
              <a:off x="792480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1">
              <a:extLst>
                <a:ext uri="{FF2B5EF4-FFF2-40B4-BE49-F238E27FC236}">
                  <a16:creationId xmlns:a16="http://schemas.microsoft.com/office/drawing/2014/main" id="{F9E4C5D4-2265-7CE7-4DB7-7B9DFA0F5FCA}"/>
                </a:ext>
              </a:extLst>
            </p:cNvPr>
            <p:cNvSpPr/>
            <p:nvPr/>
          </p:nvSpPr>
          <p:spPr>
            <a:xfrm>
              <a:off x="826617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2">
              <a:extLst>
                <a:ext uri="{FF2B5EF4-FFF2-40B4-BE49-F238E27FC236}">
                  <a16:creationId xmlns:a16="http://schemas.microsoft.com/office/drawing/2014/main" id="{FAEB4D51-88F9-CAF6-FAB2-10E69A8B3913}"/>
                </a:ext>
              </a:extLst>
            </p:cNvPr>
            <p:cNvSpPr/>
            <p:nvPr/>
          </p:nvSpPr>
          <p:spPr>
            <a:xfrm>
              <a:off x="860755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Shape 73">
              <a:extLst>
                <a:ext uri="{FF2B5EF4-FFF2-40B4-BE49-F238E27FC236}">
                  <a16:creationId xmlns:a16="http://schemas.microsoft.com/office/drawing/2014/main" id="{F8E0FECB-97C3-DB03-1C07-9712C6E30189}"/>
                </a:ext>
              </a:extLst>
            </p:cNvPr>
            <p:cNvSpPr/>
            <p:nvPr/>
          </p:nvSpPr>
          <p:spPr>
            <a:xfrm>
              <a:off x="894892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4">
              <a:extLst>
                <a:ext uri="{FF2B5EF4-FFF2-40B4-BE49-F238E27FC236}">
                  <a16:creationId xmlns:a16="http://schemas.microsoft.com/office/drawing/2014/main" id="{54B97826-C6C6-B798-05F9-10A46B9D0317}"/>
                </a:ext>
              </a:extLst>
            </p:cNvPr>
            <p:cNvSpPr/>
            <p:nvPr/>
          </p:nvSpPr>
          <p:spPr>
            <a:xfrm>
              <a:off x="929030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5">
              <a:extLst>
                <a:ext uri="{FF2B5EF4-FFF2-40B4-BE49-F238E27FC236}">
                  <a16:creationId xmlns:a16="http://schemas.microsoft.com/office/drawing/2014/main" id="{3782D8BF-ED63-768C-0428-C25AAB0AC12B}"/>
                </a:ext>
              </a:extLst>
            </p:cNvPr>
            <p:cNvSpPr/>
            <p:nvPr/>
          </p:nvSpPr>
          <p:spPr>
            <a:xfrm>
              <a:off x="963168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6">
              <a:extLst>
                <a:ext uri="{FF2B5EF4-FFF2-40B4-BE49-F238E27FC236}">
                  <a16:creationId xmlns:a16="http://schemas.microsoft.com/office/drawing/2014/main" id="{8D244131-FEEE-7D3B-D9E7-D7DB5778F71F}"/>
                </a:ext>
              </a:extLst>
            </p:cNvPr>
            <p:cNvSpPr/>
            <p:nvPr/>
          </p:nvSpPr>
          <p:spPr>
            <a:xfrm>
              <a:off x="997305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Shape 77">
              <a:extLst>
                <a:ext uri="{FF2B5EF4-FFF2-40B4-BE49-F238E27FC236}">
                  <a16:creationId xmlns:a16="http://schemas.microsoft.com/office/drawing/2014/main" id="{4D7C5569-3DE8-0B9F-F913-9CA0408D3520}"/>
                </a:ext>
              </a:extLst>
            </p:cNvPr>
            <p:cNvSpPr/>
            <p:nvPr/>
          </p:nvSpPr>
          <p:spPr>
            <a:xfrm>
              <a:off x="1031443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8">
              <a:extLst>
                <a:ext uri="{FF2B5EF4-FFF2-40B4-BE49-F238E27FC236}">
                  <a16:creationId xmlns:a16="http://schemas.microsoft.com/office/drawing/2014/main" id="{CB261E71-8096-B972-3BD3-C9AAC510F06D}"/>
                </a:ext>
              </a:extLst>
            </p:cNvPr>
            <p:cNvSpPr/>
            <p:nvPr/>
          </p:nvSpPr>
          <p:spPr>
            <a:xfrm>
              <a:off x="1065580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9">
              <a:extLst>
                <a:ext uri="{FF2B5EF4-FFF2-40B4-BE49-F238E27FC236}">
                  <a16:creationId xmlns:a16="http://schemas.microsoft.com/office/drawing/2014/main" id="{64B9CE11-FC42-5DC0-C0BF-7DFF96F984D1}"/>
                </a:ext>
              </a:extLst>
            </p:cNvPr>
            <p:cNvSpPr/>
            <p:nvPr/>
          </p:nvSpPr>
          <p:spPr>
            <a:xfrm>
              <a:off x="10997184"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Shape 80">
              <a:extLst>
                <a:ext uri="{FF2B5EF4-FFF2-40B4-BE49-F238E27FC236}">
                  <a16:creationId xmlns:a16="http://schemas.microsoft.com/office/drawing/2014/main" id="{86401579-3715-BD53-BE94-554EED4AF5F1}"/>
                </a:ext>
              </a:extLst>
            </p:cNvPr>
            <p:cNvSpPr/>
            <p:nvPr/>
          </p:nvSpPr>
          <p:spPr>
            <a:xfrm>
              <a:off x="11338560"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Shape 81">
              <a:extLst>
                <a:ext uri="{FF2B5EF4-FFF2-40B4-BE49-F238E27FC236}">
                  <a16:creationId xmlns:a16="http://schemas.microsoft.com/office/drawing/2014/main" id="{65AC3FE5-9D6F-C430-7914-980064A17A90}"/>
                </a:ext>
              </a:extLst>
            </p:cNvPr>
            <p:cNvSpPr/>
            <p:nvPr/>
          </p:nvSpPr>
          <p:spPr>
            <a:xfrm>
              <a:off x="11679936"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Shape 82">
              <a:extLst>
                <a:ext uri="{FF2B5EF4-FFF2-40B4-BE49-F238E27FC236}">
                  <a16:creationId xmlns:a16="http://schemas.microsoft.com/office/drawing/2014/main" id="{89242996-3028-7D2A-387D-222316ABC332}"/>
                </a:ext>
              </a:extLst>
            </p:cNvPr>
            <p:cNvSpPr/>
            <p:nvPr/>
          </p:nvSpPr>
          <p:spPr>
            <a:xfrm>
              <a:off x="12021312"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Shape 83">
              <a:extLst>
                <a:ext uri="{FF2B5EF4-FFF2-40B4-BE49-F238E27FC236}">
                  <a16:creationId xmlns:a16="http://schemas.microsoft.com/office/drawing/2014/main" id="{25D199CF-91A9-B863-8119-4FF18EFFECF2}"/>
                </a:ext>
              </a:extLst>
            </p:cNvPr>
            <p:cNvSpPr/>
            <p:nvPr/>
          </p:nvSpPr>
          <p:spPr>
            <a:xfrm>
              <a:off x="12362688" y="231648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Shape 84">
              <a:extLst>
                <a:ext uri="{FF2B5EF4-FFF2-40B4-BE49-F238E27FC236}">
                  <a16:creationId xmlns:a16="http://schemas.microsoft.com/office/drawing/2014/main" id="{68974A55-D0D0-0FFD-A3C4-64355F6E5798}"/>
                </a:ext>
              </a:extLst>
            </p:cNvPr>
            <p:cNvSpPr/>
            <p:nvPr/>
          </p:nvSpPr>
          <p:spPr>
            <a:xfrm>
              <a:off x="792480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Shape 85">
              <a:extLst>
                <a:ext uri="{FF2B5EF4-FFF2-40B4-BE49-F238E27FC236}">
                  <a16:creationId xmlns:a16="http://schemas.microsoft.com/office/drawing/2014/main" id="{2D0277BA-569D-6B16-6856-F8C45A438AF4}"/>
                </a:ext>
              </a:extLst>
            </p:cNvPr>
            <p:cNvSpPr/>
            <p:nvPr/>
          </p:nvSpPr>
          <p:spPr>
            <a:xfrm>
              <a:off x="826617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Shape 86">
              <a:extLst>
                <a:ext uri="{FF2B5EF4-FFF2-40B4-BE49-F238E27FC236}">
                  <a16:creationId xmlns:a16="http://schemas.microsoft.com/office/drawing/2014/main" id="{FBEBA5D4-AC58-99DF-CC09-4B169C009677}"/>
                </a:ext>
              </a:extLst>
            </p:cNvPr>
            <p:cNvSpPr/>
            <p:nvPr/>
          </p:nvSpPr>
          <p:spPr>
            <a:xfrm>
              <a:off x="860755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Shape 87">
              <a:extLst>
                <a:ext uri="{FF2B5EF4-FFF2-40B4-BE49-F238E27FC236}">
                  <a16:creationId xmlns:a16="http://schemas.microsoft.com/office/drawing/2014/main" id="{C02F83C1-466E-3EDD-B3E4-6558EA81B539}"/>
                </a:ext>
              </a:extLst>
            </p:cNvPr>
            <p:cNvSpPr/>
            <p:nvPr/>
          </p:nvSpPr>
          <p:spPr>
            <a:xfrm>
              <a:off x="894892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Shape 88">
              <a:extLst>
                <a:ext uri="{FF2B5EF4-FFF2-40B4-BE49-F238E27FC236}">
                  <a16:creationId xmlns:a16="http://schemas.microsoft.com/office/drawing/2014/main" id="{3E573EBF-2AC9-0A72-DBCF-38DB2C248FA0}"/>
                </a:ext>
              </a:extLst>
            </p:cNvPr>
            <p:cNvSpPr/>
            <p:nvPr/>
          </p:nvSpPr>
          <p:spPr>
            <a:xfrm>
              <a:off x="929030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9">
              <a:extLst>
                <a:ext uri="{FF2B5EF4-FFF2-40B4-BE49-F238E27FC236}">
                  <a16:creationId xmlns:a16="http://schemas.microsoft.com/office/drawing/2014/main" id="{93B74882-C054-B296-AED3-F80975E8D14B}"/>
                </a:ext>
              </a:extLst>
            </p:cNvPr>
            <p:cNvSpPr/>
            <p:nvPr/>
          </p:nvSpPr>
          <p:spPr>
            <a:xfrm>
              <a:off x="963168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90">
              <a:extLst>
                <a:ext uri="{FF2B5EF4-FFF2-40B4-BE49-F238E27FC236}">
                  <a16:creationId xmlns:a16="http://schemas.microsoft.com/office/drawing/2014/main" id="{E0B2ACF8-E3B6-5AEC-F4E6-67CBEADB8F7E}"/>
                </a:ext>
              </a:extLst>
            </p:cNvPr>
            <p:cNvSpPr/>
            <p:nvPr/>
          </p:nvSpPr>
          <p:spPr>
            <a:xfrm>
              <a:off x="997305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Shape 91">
              <a:extLst>
                <a:ext uri="{FF2B5EF4-FFF2-40B4-BE49-F238E27FC236}">
                  <a16:creationId xmlns:a16="http://schemas.microsoft.com/office/drawing/2014/main" id="{D75502F2-B95C-2C1B-2481-6818454D67B9}"/>
                </a:ext>
              </a:extLst>
            </p:cNvPr>
            <p:cNvSpPr/>
            <p:nvPr/>
          </p:nvSpPr>
          <p:spPr>
            <a:xfrm>
              <a:off x="1031443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Shape 92">
              <a:extLst>
                <a:ext uri="{FF2B5EF4-FFF2-40B4-BE49-F238E27FC236}">
                  <a16:creationId xmlns:a16="http://schemas.microsoft.com/office/drawing/2014/main" id="{B848FAC6-3F21-CA66-5265-F30879B0CC8A}"/>
                </a:ext>
              </a:extLst>
            </p:cNvPr>
            <p:cNvSpPr/>
            <p:nvPr/>
          </p:nvSpPr>
          <p:spPr>
            <a:xfrm>
              <a:off x="1065580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Shape 93">
              <a:extLst>
                <a:ext uri="{FF2B5EF4-FFF2-40B4-BE49-F238E27FC236}">
                  <a16:creationId xmlns:a16="http://schemas.microsoft.com/office/drawing/2014/main" id="{51B8F036-9865-98AA-A7A9-3745876AEE1F}"/>
                </a:ext>
              </a:extLst>
            </p:cNvPr>
            <p:cNvSpPr/>
            <p:nvPr/>
          </p:nvSpPr>
          <p:spPr>
            <a:xfrm>
              <a:off x="10997184"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4">
              <a:extLst>
                <a:ext uri="{FF2B5EF4-FFF2-40B4-BE49-F238E27FC236}">
                  <a16:creationId xmlns:a16="http://schemas.microsoft.com/office/drawing/2014/main" id="{383B0D09-FE3D-D3FD-1262-464983DAEEF2}"/>
                </a:ext>
              </a:extLst>
            </p:cNvPr>
            <p:cNvSpPr/>
            <p:nvPr/>
          </p:nvSpPr>
          <p:spPr>
            <a:xfrm>
              <a:off x="11338560"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5">
              <a:extLst>
                <a:ext uri="{FF2B5EF4-FFF2-40B4-BE49-F238E27FC236}">
                  <a16:creationId xmlns:a16="http://schemas.microsoft.com/office/drawing/2014/main" id="{88E021F8-4E51-F69E-FD3B-3706F1785D68}"/>
                </a:ext>
              </a:extLst>
            </p:cNvPr>
            <p:cNvSpPr/>
            <p:nvPr/>
          </p:nvSpPr>
          <p:spPr>
            <a:xfrm>
              <a:off x="11679936"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Shape 96">
              <a:extLst>
                <a:ext uri="{FF2B5EF4-FFF2-40B4-BE49-F238E27FC236}">
                  <a16:creationId xmlns:a16="http://schemas.microsoft.com/office/drawing/2014/main" id="{0F8F50ED-9DC5-B031-972E-C816370E36EF}"/>
                </a:ext>
              </a:extLst>
            </p:cNvPr>
            <p:cNvSpPr/>
            <p:nvPr/>
          </p:nvSpPr>
          <p:spPr>
            <a:xfrm>
              <a:off x="12021312"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Shape 97">
              <a:extLst>
                <a:ext uri="{FF2B5EF4-FFF2-40B4-BE49-F238E27FC236}">
                  <a16:creationId xmlns:a16="http://schemas.microsoft.com/office/drawing/2014/main" id="{7302EB97-B264-B2AD-BFB2-7638C7521E2F}"/>
                </a:ext>
              </a:extLst>
            </p:cNvPr>
            <p:cNvSpPr/>
            <p:nvPr/>
          </p:nvSpPr>
          <p:spPr>
            <a:xfrm>
              <a:off x="12362688" y="265785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Shape 98">
              <a:extLst>
                <a:ext uri="{FF2B5EF4-FFF2-40B4-BE49-F238E27FC236}">
                  <a16:creationId xmlns:a16="http://schemas.microsoft.com/office/drawing/2014/main" id="{3DA3923B-D67A-1E83-4034-5965805F9002}"/>
                </a:ext>
              </a:extLst>
            </p:cNvPr>
            <p:cNvSpPr/>
            <p:nvPr/>
          </p:nvSpPr>
          <p:spPr>
            <a:xfrm>
              <a:off x="792480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Shape 99">
              <a:extLst>
                <a:ext uri="{FF2B5EF4-FFF2-40B4-BE49-F238E27FC236}">
                  <a16:creationId xmlns:a16="http://schemas.microsoft.com/office/drawing/2014/main" id="{EB4B21A5-A0E1-56CA-662D-54A9A48B75A4}"/>
                </a:ext>
              </a:extLst>
            </p:cNvPr>
            <p:cNvSpPr/>
            <p:nvPr/>
          </p:nvSpPr>
          <p:spPr>
            <a:xfrm>
              <a:off x="826617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Shape 100">
              <a:extLst>
                <a:ext uri="{FF2B5EF4-FFF2-40B4-BE49-F238E27FC236}">
                  <a16:creationId xmlns:a16="http://schemas.microsoft.com/office/drawing/2014/main" id="{65C37B63-9059-BA6C-EFF7-1233AFA7C11C}"/>
                </a:ext>
              </a:extLst>
            </p:cNvPr>
            <p:cNvSpPr/>
            <p:nvPr/>
          </p:nvSpPr>
          <p:spPr>
            <a:xfrm>
              <a:off x="860755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3" name="Shape 101">
              <a:extLst>
                <a:ext uri="{FF2B5EF4-FFF2-40B4-BE49-F238E27FC236}">
                  <a16:creationId xmlns:a16="http://schemas.microsoft.com/office/drawing/2014/main" id="{ADAF3DA7-075F-6B4A-64F7-754F070FACC6}"/>
                </a:ext>
              </a:extLst>
            </p:cNvPr>
            <p:cNvSpPr/>
            <p:nvPr/>
          </p:nvSpPr>
          <p:spPr>
            <a:xfrm>
              <a:off x="894892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4" name="Shape 102">
              <a:extLst>
                <a:ext uri="{FF2B5EF4-FFF2-40B4-BE49-F238E27FC236}">
                  <a16:creationId xmlns:a16="http://schemas.microsoft.com/office/drawing/2014/main" id="{D7E8DDCD-E063-68CD-066A-4DDAA8BC5259}"/>
                </a:ext>
              </a:extLst>
            </p:cNvPr>
            <p:cNvSpPr/>
            <p:nvPr/>
          </p:nvSpPr>
          <p:spPr>
            <a:xfrm>
              <a:off x="929030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5" name="Shape 103">
              <a:extLst>
                <a:ext uri="{FF2B5EF4-FFF2-40B4-BE49-F238E27FC236}">
                  <a16:creationId xmlns:a16="http://schemas.microsoft.com/office/drawing/2014/main" id="{85BE2964-D3BA-BDA6-053F-8917EF3895BC}"/>
                </a:ext>
              </a:extLst>
            </p:cNvPr>
            <p:cNvSpPr/>
            <p:nvPr/>
          </p:nvSpPr>
          <p:spPr>
            <a:xfrm>
              <a:off x="963168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6" name="Shape 104">
              <a:extLst>
                <a:ext uri="{FF2B5EF4-FFF2-40B4-BE49-F238E27FC236}">
                  <a16:creationId xmlns:a16="http://schemas.microsoft.com/office/drawing/2014/main" id="{F879501D-8C10-16BC-B5DA-CF3A94B1A70A}"/>
                </a:ext>
              </a:extLst>
            </p:cNvPr>
            <p:cNvSpPr/>
            <p:nvPr/>
          </p:nvSpPr>
          <p:spPr>
            <a:xfrm>
              <a:off x="997305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7" name="Shape 105">
              <a:extLst>
                <a:ext uri="{FF2B5EF4-FFF2-40B4-BE49-F238E27FC236}">
                  <a16:creationId xmlns:a16="http://schemas.microsoft.com/office/drawing/2014/main" id="{778FDD71-CDD0-9A15-8401-1EDE5146FA54}"/>
                </a:ext>
              </a:extLst>
            </p:cNvPr>
            <p:cNvSpPr/>
            <p:nvPr/>
          </p:nvSpPr>
          <p:spPr>
            <a:xfrm>
              <a:off x="1031443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8" name="Shape 106">
              <a:extLst>
                <a:ext uri="{FF2B5EF4-FFF2-40B4-BE49-F238E27FC236}">
                  <a16:creationId xmlns:a16="http://schemas.microsoft.com/office/drawing/2014/main" id="{3CF992CE-F087-0D75-E162-37740A1C36DD}"/>
                </a:ext>
              </a:extLst>
            </p:cNvPr>
            <p:cNvSpPr/>
            <p:nvPr/>
          </p:nvSpPr>
          <p:spPr>
            <a:xfrm>
              <a:off x="1065580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 name="Shape 107">
              <a:extLst>
                <a:ext uri="{FF2B5EF4-FFF2-40B4-BE49-F238E27FC236}">
                  <a16:creationId xmlns:a16="http://schemas.microsoft.com/office/drawing/2014/main" id="{D694D1A4-63C4-E6C0-1CD6-0CD74AC60A6A}"/>
                </a:ext>
              </a:extLst>
            </p:cNvPr>
            <p:cNvSpPr/>
            <p:nvPr/>
          </p:nvSpPr>
          <p:spPr>
            <a:xfrm>
              <a:off x="10997184"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 name="Shape 108">
              <a:extLst>
                <a:ext uri="{FF2B5EF4-FFF2-40B4-BE49-F238E27FC236}">
                  <a16:creationId xmlns:a16="http://schemas.microsoft.com/office/drawing/2014/main" id="{DE90C9EE-F412-DD92-CE55-ACDD42F4B022}"/>
                </a:ext>
              </a:extLst>
            </p:cNvPr>
            <p:cNvSpPr/>
            <p:nvPr/>
          </p:nvSpPr>
          <p:spPr>
            <a:xfrm>
              <a:off x="11338560"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Shape 109">
              <a:extLst>
                <a:ext uri="{FF2B5EF4-FFF2-40B4-BE49-F238E27FC236}">
                  <a16:creationId xmlns:a16="http://schemas.microsoft.com/office/drawing/2014/main" id="{2C604284-9893-A5F7-5077-F0BDC07D82A8}"/>
                </a:ext>
              </a:extLst>
            </p:cNvPr>
            <p:cNvSpPr/>
            <p:nvPr/>
          </p:nvSpPr>
          <p:spPr>
            <a:xfrm>
              <a:off x="11679936"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Shape 110">
              <a:extLst>
                <a:ext uri="{FF2B5EF4-FFF2-40B4-BE49-F238E27FC236}">
                  <a16:creationId xmlns:a16="http://schemas.microsoft.com/office/drawing/2014/main" id="{394254C7-4348-64F1-C009-3162A5B17E64}"/>
                </a:ext>
              </a:extLst>
            </p:cNvPr>
            <p:cNvSpPr/>
            <p:nvPr/>
          </p:nvSpPr>
          <p:spPr>
            <a:xfrm>
              <a:off x="12021312"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Shape 111">
              <a:extLst>
                <a:ext uri="{FF2B5EF4-FFF2-40B4-BE49-F238E27FC236}">
                  <a16:creationId xmlns:a16="http://schemas.microsoft.com/office/drawing/2014/main" id="{37907D01-0252-1E0F-0169-7AFF7A1083EB}"/>
                </a:ext>
              </a:extLst>
            </p:cNvPr>
            <p:cNvSpPr/>
            <p:nvPr/>
          </p:nvSpPr>
          <p:spPr>
            <a:xfrm>
              <a:off x="12362688" y="299923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Shape 112">
              <a:extLst>
                <a:ext uri="{FF2B5EF4-FFF2-40B4-BE49-F238E27FC236}">
                  <a16:creationId xmlns:a16="http://schemas.microsoft.com/office/drawing/2014/main" id="{BBCD0448-961D-34A4-D6B7-3C2C372091ED}"/>
                </a:ext>
              </a:extLst>
            </p:cNvPr>
            <p:cNvSpPr/>
            <p:nvPr/>
          </p:nvSpPr>
          <p:spPr>
            <a:xfrm>
              <a:off x="792480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Shape 113">
              <a:extLst>
                <a:ext uri="{FF2B5EF4-FFF2-40B4-BE49-F238E27FC236}">
                  <a16:creationId xmlns:a16="http://schemas.microsoft.com/office/drawing/2014/main" id="{668B51DA-1EB1-4359-D0AA-8E21E7BBE60B}"/>
                </a:ext>
              </a:extLst>
            </p:cNvPr>
            <p:cNvSpPr/>
            <p:nvPr/>
          </p:nvSpPr>
          <p:spPr>
            <a:xfrm>
              <a:off x="826617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Shape 114">
              <a:extLst>
                <a:ext uri="{FF2B5EF4-FFF2-40B4-BE49-F238E27FC236}">
                  <a16:creationId xmlns:a16="http://schemas.microsoft.com/office/drawing/2014/main" id="{B6264794-437C-9588-5772-E0D873386B33}"/>
                </a:ext>
              </a:extLst>
            </p:cNvPr>
            <p:cNvSpPr/>
            <p:nvPr/>
          </p:nvSpPr>
          <p:spPr>
            <a:xfrm>
              <a:off x="860755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Shape 115">
              <a:extLst>
                <a:ext uri="{FF2B5EF4-FFF2-40B4-BE49-F238E27FC236}">
                  <a16:creationId xmlns:a16="http://schemas.microsoft.com/office/drawing/2014/main" id="{EA1763C6-41A4-C43F-AB9D-197467D750A9}"/>
                </a:ext>
              </a:extLst>
            </p:cNvPr>
            <p:cNvSpPr/>
            <p:nvPr/>
          </p:nvSpPr>
          <p:spPr>
            <a:xfrm>
              <a:off x="894892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Shape 116">
              <a:extLst>
                <a:ext uri="{FF2B5EF4-FFF2-40B4-BE49-F238E27FC236}">
                  <a16:creationId xmlns:a16="http://schemas.microsoft.com/office/drawing/2014/main" id="{2671C0C5-B02D-4353-7849-BBA370F341D7}"/>
                </a:ext>
              </a:extLst>
            </p:cNvPr>
            <p:cNvSpPr/>
            <p:nvPr/>
          </p:nvSpPr>
          <p:spPr>
            <a:xfrm>
              <a:off x="929030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Shape 117">
              <a:extLst>
                <a:ext uri="{FF2B5EF4-FFF2-40B4-BE49-F238E27FC236}">
                  <a16:creationId xmlns:a16="http://schemas.microsoft.com/office/drawing/2014/main" id="{DE9BAD17-2A7A-D220-1014-6A9B32C40621}"/>
                </a:ext>
              </a:extLst>
            </p:cNvPr>
            <p:cNvSpPr/>
            <p:nvPr/>
          </p:nvSpPr>
          <p:spPr>
            <a:xfrm>
              <a:off x="963168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Shape 118">
              <a:extLst>
                <a:ext uri="{FF2B5EF4-FFF2-40B4-BE49-F238E27FC236}">
                  <a16:creationId xmlns:a16="http://schemas.microsoft.com/office/drawing/2014/main" id="{1618275D-89DF-F8BD-C67A-F6D397D4460D}"/>
                </a:ext>
              </a:extLst>
            </p:cNvPr>
            <p:cNvSpPr/>
            <p:nvPr/>
          </p:nvSpPr>
          <p:spPr>
            <a:xfrm>
              <a:off x="997305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Shape 119">
              <a:extLst>
                <a:ext uri="{FF2B5EF4-FFF2-40B4-BE49-F238E27FC236}">
                  <a16:creationId xmlns:a16="http://schemas.microsoft.com/office/drawing/2014/main" id="{B60E1B74-3229-B0DC-5771-AE68E1382059}"/>
                </a:ext>
              </a:extLst>
            </p:cNvPr>
            <p:cNvSpPr/>
            <p:nvPr/>
          </p:nvSpPr>
          <p:spPr>
            <a:xfrm>
              <a:off x="1031443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Shape 120">
              <a:extLst>
                <a:ext uri="{FF2B5EF4-FFF2-40B4-BE49-F238E27FC236}">
                  <a16:creationId xmlns:a16="http://schemas.microsoft.com/office/drawing/2014/main" id="{D5D41B43-7E2B-D75F-40B6-D92A6866A82D}"/>
                </a:ext>
              </a:extLst>
            </p:cNvPr>
            <p:cNvSpPr/>
            <p:nvPr/>
          </p:nvSpPr>
          <p:spPr>
            <a:xfrm>
              <a:off x="1065580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Shape 121">
              <a:extLst>
                <a:ext uri="{FF2B5EF4-FFF2-40B4-BE49-F238E27FC236}">
                  <a16:creationId xmlns:a16="http://schemas.microsoft.com/office/drawing/2014/main" id="{E6D8B57F-C223-D198-27B3-37ECA0943C0C}"/>
                </a:ext>
              </a:extLst>
            </p:cNvPr>
            <p:cNvSpPr/>
            <p:nvPr/>
          </p:nvSpPr>
          <p:spPr>
            <a:xfrm>
              <a:off x="10997184"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Shape 122">
              <a:extLst>
                <a:ext uri="{FF2B5EF4-FFF2-40B4-BE49-F238E27FC236}">
                  <a16:creationId xmlns:a16="http://schemas.microsoft.com/office/drawing/2014/main" id="{A0B81C91-15AB-5FE4-CF4A-24B97D93D6B4}"/>
                </a:ext>
              </a:extLst>
            </p:cNvPr>
            <p:cNvSpPr/>
            <p:nvPr/>
          </p:nvSpPr>
          <p:spPr>
            <a:xfrm>
              <a:off x="11338560"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Shape 123">
              <a:extLst>
                <a:ext uri="{FF2B5EF4-FFF2-40B4-BE49-F238E27FC236}">
                  <a16:creationId xmlns:a16="http://schemas.microsoft.com/office/drawing/2014/main" id="{4CE7F2DF-6D9B-4D5B-74C1-37E4FC6C619D}"/>
                </a:ext>
              </a:extLst>
            </p:cNvPr>
            <p:cNvSpPr/>
            <p:nvPr/>
          </p:nvSpPr>
          <p:spPr>
            <a:xfrm>
              <a:off x="11679936"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Shape 124">
              <a:extLst>
                <a:ext uri="{FF2B5EF4-FFF2-40B4-BE49-F238E27FC236}">
                  <a16:creationId xmlns:a16="http://schemas.microsoft.com/office/drawing/2014/main" id="{0C11E702-125C-B814-A248-F66620DD7518}"/>
                </a:ext>
              </a:extLst>
            </p:cNvPr>
            <p:cNvSpPr/>
            <p:nvPr/>
          </p:nvSpPr>
          <p:spPr>
            <a:xfrm>
              <a:off x="12021312"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Shape 125">
              <a:extLst>
                <a:ext uri="{FF2B5EF4-FFF2-40B4-BE49-F238E27FC236}">
                  <a16:creationId xmlns:a16="http://schemas.microsoft.com/office/drawing/2014/main" id="{0F27B5D7-3AE0-5D61-F22D-D537A8AD116E}"/>
                </a:ext>
              </a:extLst>
            </p:cNvPr>
            <p:cNvSpPr/>
            <p:nvPr/>
          </p:nvSpPr>
          <p:spPr>
            <a:xfrm>
              <a:off x="12362688" y="334060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Shape 126">
              <a:extLst>
                <a:ext uri="{FF2B5EF4-FFF2-40B4-BE49-F238E27FC236}">
                  <a16:creationId xmlns:a16="http://schemas.microsoft.com/office/drawing/2014/main" id="{CC6C83E2-0E68-2D18-70E6-99C5210D285A}"/>
                </a:ext>
              </a:extLst>
            </p:cNvPr>
            <p:cNvSpPr/>
            <p:nvPr/>
          </p:nvSpPr>
          <p:spPr>
            <a:xfrm>
              <a:off x="792480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9" name="Shape 127">
              <a:extLst>
                <a:ext uri="{FF2B5EF4-FFF2-40B4-BE49-F238E27FC236}">
                  <a16:creationId xmlns:a16="http://schemas.microsoft.com/office/drawing/2014/main" id="{AF1E25B9-856D-213B-606C-E5570BC10E34}"/>
                </a:ext>
              </a:extLst>
            </p:cNvPr>
            <p:cNvSpPr/>
            <p:nvPr/>
          </p:nvSpPr>
          <p:spPr>
            <a:xfrm>
              <a:off x="826617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0" name="Shape 128">
              <a:extLst>
                <a:ext uri="{FF2B5EF4-FFF2-40B4-BE49-F238E27FC236}">
                  <a16:creationId xmlns:a16="http://schemas.microsoft.com/office/drawing/2014/main" id="{29607AA2-7376-703C-1621-D706A8B7DA8F}"/>
                </a:ext>
              </a:extLst>
            </p:cNvPr>
            <p:cNvSpPr/>
            <p:nvPr/>
          </p:nvSpPr>
          <p:spPr>
            <a:xfrm>
              <a:off x="860755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1" name="Shape 129">
              <a:extLst>
                <a:ext uri="{FF2B5EF4-FFF2-40B4-BE49-F238E27FC236}">
                  <a16:creationId xmlns:a16="http://schemas.microsoft.com/office/drawing/2014/main" id="{EC9801BA-1161-0F36-FDF6-86D84308EA2F}"/>
                </a:ext>
              </a:extLst>
            </p:cNvPr>
            <p:cNvSpPr/>
            <p:nvPr/>
          </p:nvSpPr>
          <p:spPr>
            <a:xfrm>
              <a:off x="894892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2" name="Shape 130">
              <a:extLst>
                <a:ext uri="{FF2B5EF4-FFF2-40B4-BE49-F238E27FC236}">
                  <a16:creationId xmlns:a16="http://schemas.microsoft.com/office/drawing/2014/main" id="{36ADD349-1ED9-2A4B-8B54-E9EFA476D0F1}"/>
                </a:ext>
              </a:extLst>
            </p:cNvPr>
            <p:cNvSpPr/>
            <p:nvPr/>
          </p:nvSpPr>
          <p:spPr>
            <a:xfrm>
              <a:off x="929030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3" name="Shape 131">
              <a:extLst>
                <a:ext uri="{FF2B5EF4-FFF2-40B4-BE49-F238E27FC236}">
                  <a16:creationId xmlns:a16="http://schemas.microsoft.com/office/drawing/2014/main" id="{2B4FCF8D-F1CC-45E2-8139-C00BBAAA6151}"/>
                </a:ext>
              </a:extLst>
            </p:cNvPr>
            <p:cNvSpPr/>
            <p:nvPr/>
          </p:nvSpPr>
          <p:spPr>
            <a:xfrm>
              <a:off x="963168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4" name="Shape 132">
              <a:extLst>
                <a:ext uri="{FF2B5EF4-FFF2-40B4-BE49-F238E27FC236}">
                  <a16:creationId xmlns:a16="http://schemas.microsoft.com/office/drawing/2014/main" id="{D76647CB-0347-B6CD-DFD3-24B6D76B1999}"/>
                </a:ext>
              </a:extLst>
            </p:cNvPr>
            <p:cNvSpPr/>
            <p:nvPr/>
          </p:nvSpPr>
          <p:spPr>
            <a:xfrm>
              <a:off x="997305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5" name="Shape 133">
              <a:extLst>
                <a:ext uri="{FF2B5EF4-FFF2-40B4-BE49-F238E27FC236}">
                  <a16:creationId xmlns:a16="http://schemas.microsoft.com/office/drawing/2014/main" id="{F91DC517-A7C6-5FE0-04E7-D9E6866E752E}"/>
                </a:ext>
              </a:extLst>
            </p:cNvPr>
            <p:cNvSpPr/>
            <p:nvPr/>
          </p:nvSpPr>
          <p:spPr>
            <a:xfrm>
              <a:off x="1031443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6" name="Shape 134">
              <a:extLst>
                <a:ext uri="{FF2B5EF4-FFF2-40B4-BE49-F238E27FC236}">
                  <a16:creationId xmlns:a16="http://schemas.microsoft.com/office/drawing/2014/main" id="{D7BE0347-5F65-AE14-DEC0-5E1E45CEA214}"/>
                </a:ext>
              </a:extLst>
            </p:cNvPr>
            <p:cNvSpPr/>
            <p:nvPr/>
          </p:nvSpPr>
          <p:spPr>
            <a:xfrm>
              <a:off x="1065580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7" name="Shape 135">
              <a:extLst>
                <a:ext uri="{FF2B5EF4-FFF2-40B4-BE49-F238E27FC236}">
                  <a16:creationId xmlns:a16="http://schemas.microsoft.com/office/drawing/2014/main" id="{FA44E568-F854-7218-7AB9-93C5DB1BBF9C}"/>
                </a:ext>
              </a:extLst>
            </p:cNvPr>
            <p:cNvSpPr/>
            <p:nvPr/>
          </p:nvSpPr>
          <p:spPr>
            <a:xfrm>
              <a:off x="10997184"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8" name="Shape 136">
              <a:extLst>
                <a:ext uri="{FF2B5EF4-FFF2-40B4-BE49-F238E27FC236}">
                  <a16:creationId xmlns:a16="http://schemas.microsoft.com/office/drawing/2014/main" id="{146F759B-D6D9-669B-7CAC-0B539FF79501}"/>
                </a:ext>
              </a:extLst>
            </p:cNvPr>
            <p:cNvSpPr/>
            <p:nvPr/>
          </p:nvSpPr>
          <p:spPr>
            <a:xfrm>
              <a:off x="11338560"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9" name="Shape 137">
              <a:extLst>
                <a:ext uri="{FF2B5EF4-FFF2-40B4-BE49-F238E27FC236}">
                  <a16:creationId xmlns:a16="http://schemas.microsoft.com/office/drawing/2014/main" id="{A06F31DA-BB8B-D9BE-F55C-C6940162B143}"/>
                </a:ext>
              </a:extLst>
            </p:cNvPr>
            <p:cNvSpPr/>
            <p:nvPr/>
          </p:nvSpPr>
          <p:spPr>
            <a:xfrm>
              <a:off x="11679936"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0" name="Shape 138">
              <a:extLst>
                <a:ext uri="{FF2B5EF4-FFF2-40B4-BE49-F238E27FC236}">
                  <a16:creationId xmlns:a16="http://schemas.microsoft.com/office/drawing/2014/main" id="{72FA7B3D-2E60-C657-BF0F-8CAD01F150CB}"/>
                </a:ext>
              </a:extLst>
            </p:cNvPr>
            <p:cNvSpPr/>
            <p:nvPr/>
          </p:nvSpPr>
          <p:spPr>
            <a:xfrm>
              <a:off x="12021312"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1" name="Shape 139">
              <a:extLst>
                <a:ext uri="{FF2B5EF4-FFF2-40B4-BE49-F238E27FC236}">
                  <a16:creationId xmlns:a16="http://schemas.microsoft.com/office/drawing/2014/main" id="{A4EAAEC7-2623-7A21-C18B-537F92F0D3A9}"/>
                </a:ext>
              </a:extLst>
            </p:cNvPr>
            <p:cNvSpPr/>
            <p:nvPr/>
          </p:nvSpPr>
          <p:spPr>
            <a:xfrm>
              <a:off x="12362688" y="368198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2" name="Shape 140">
              <a:extLst>
                <a:ext uri="{FF2B5EF4-FFF2-40B4-BE49-F238E27FC236}">
                  <a16:creationId xmlns:a16="http://schemas.microsoft.com/office/drawing/2014/main" id="{E1A9F06E-6ADB-D6AF-EEAB-171DBBFBE122}"/>
                </a:ext>
              </a:extLst>
            </p:cNvPr>
            <p:cNvSpPr/>
            <p:nvPr/>
          </p:nvSpPr>
          <p:spPr>
            <a:xfrm>
              <a:off x="792480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3" name="Shape 141">
              <a:extLst>
                <a:ext uri="{FF2B5EF4-FFF2-40B4-BE49-F238E27FC236}">
                  <a16:creationId xmlns:a16="http://schemas.microsoft.com/office/drawing/2014/main" id="{71DDA6B5-3CA9-8F76-F958-13D8575D2B17}"/>
                </a:ext>
              </a:extLst>
            </p:cNvPr>
            <p:cNvSpPr/>
            <p:nvPr/>
          </p:nvSpPr>
          <p:spPr>
            <a:xfrm>
              <a:off x="826617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4" name="Shape 142">
              <a:extLst>
                <a:ext uri="{FF2B5EF4-FFF2-40B4-BE49-F238E27FC236}">
                  <a16:creationId xmlns:a16="http://schemas.microsoft.com/office/drawing/2014/main" id="{B976869C-61FC-01F7-A23D-21F65D4CDF2B}"/>
                </a:ext>
              </a:extLst>
            </p:cNvPr>
            <p:cNvSpPr/>
            <p:nvPr/>
          </p:nvSpPr>
          <p:spPr>
            <a:xfrm>
              <a:off x="860755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5" name="Shape 143">
              <a:extLst>
                <a:ext uri="{FF2B5EF4-FFF2-40B4-BE49-F238E27FC236}">
                  <a16:creationId xmlns:a16="http://schemas.microsoft.com/office/drawing/2014/main" id="{8E2B12B6-4D25-29AA-F83C-5010F13FEEAA}"/>
                </a:ext>
              </a:extLst>
            </p:cNvPr>
            <p:cNvSpPr/>
            <p:nvPr/>
          </p:nvSpPr>
          <p:spPr>
            <a:xfrm>
              <a:off x="894892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Shape 144">
              <a:extLst>
                <a:ext uri="{FF2B5EF4-FFF2-40B4-BE49-F238E27FC236}">
                  <a16:creationId xmlns:a16="http://schemas.microsoft.com/office/drawing/2014/main" id="{1E008D58-0063-0498-E161-2CEF702D07C3}"/>
                </a:ext>
              </a:extLst>
            </p:cNvPr>
            <p:cNvSpPr/>
            <p:nvPr/>
          </p:nvSpPr>
          <p:spPr>
            <a:xfrm>
              <a:off x="929030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7" name="Shape 145">
              <a:extLst>
                <a:ext uri="{FF2B5EF4-FFF2-40B4-BE49-F238E27FC236}">
                  <a16:creationId xmlns:a16="http://schemas.microsoft.com/office/drawing/2014/main" id="{D7793828-D497-84CB-2BCB-A68092293470}"/>
                </a:ext>
              </a:extLst>
            </p:cNvPr>
            <p:cNvSpPr/>
            <p:nvPr/>
          </p:nvSpPr>
          <p:spPr>
            <a:xfrm>
              <a:off x="963168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8" name="Shape 146">
              <a:extLst>
                <a:ext uri="{FF2B5EF4-FFF2-40B4-BE49-F238E27FC236}">
                  <a16:creationId xmlns:a16="http://schemas.microsoft.com/office/drawing/2014/main" id="{BB2884BD-975A-14C8-B063-6C0ADBD6B977}"/>
                </a:ext>
              </a:extLst>
            </p:cNvPr>
            <p:cNvSpPr/>
            <p:nvPr/>
          </p:nvSpPr>
          <p:spPr>
            <a:xfrm>
              <a:off x="997305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9" name="Shape 147">
              <a:extLst>
                <a:ext uri="{FF2B5EF4-FFF2-40B4-BE49-F238E27FC236}">
                  <a16:creationId xmlns:a16="http://schemas.microsoft.com/office/drawing/2014/main" id="{1980CC3B-E8BD-EEAD-BFB4-D64B8D3022FF}"/>
                </a:ext>
              </a:extLst>
            </p:cNvPr>
            <p:cNvSpPr/>
            <p:nvPr/>
          </p:nvSpPr>
          <p:spPr>
            <a:xfrm>
              <a:off x="1031443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0" name="Shape 148">
              <a:extLst>
                <a:ext uri="{FF2B5EF4-FFF2-40B4-BE49-F238E27FC236}">
                  <a16:creationId xmlns:a16="http://schemas.microsoft.com/office/drawing/2014/main" id="{DCD58C76-AABB-8B2A-FB42-8382F7D800BB}"/>
                </a:ext>
              </a:extLst>
            </p:cNvPr>
            <p:cNvSpPr/>
            <p:nvPr/>
          </p:nvSpPr>
          <p:spPr>
            <a:xfrm>
              <a:off x="1065580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1" name="Shape 149">
              <a:extLst>
                <a:ext uri="{FF2B5EF4-FFF2-40B4-BE49-F238E27FC236}">
                  <a16:creationId xmlns:a16="http://schemas.microsoft.com/office/drawing/2014/main" id="{CCBCCA5B-5A14-9C3E-EB08-3D361498A3D5}"/>
                </a:ext>
              </a:extLst>
            </p:cNvPr>
            <p:cNvSpPr/>
            <p:nvPr/>
          </p:nvSpPr>
          <p:spPr>
            <a:xfrm>
              <a:off x="10997184"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2" name="Shape 150">
              <a:extLst>
                <a:ext uri="{FF2B5EF4-FFF2-40B4-BE49-F238E27FC236}">
                  <a16:creationId xmlns:a16="http://schemas.microsoft.com/office/drawing/2014/main" id="{4244C791-4603-4D5C-6380-358323C347AB}"/>
                </a:ext>
              </a:extLst>
            </p:cNvPr>
            <p:cNvSpPr/>
            <p:nvPr/>
          </p:nvSpPr>
          <p:spPr>
            <a:xfrm>
              <a:off x="11338560"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3" name="Shape 151">
              <a:extLst>
                <a:ext uri="{FF2B5EF4-FFF2-40B4-BE49-F238E27FC236}">
                  <a16:creationId xmlns:a16="http://schemas.microsoft.com/office/drawing/2014/main" id="{1A81732D-ED85-F1D3-FB8D-18857A68C117}"/>
                </a:ext>
              </a:extLst>
            </p:cNvPr>
            <p:cNvSpPr/>
            <p:nvPr/>
          </p:nvSpPr>
          <p:spPr>
            <a:xfrm>
              <a:off x="11679936"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4" name="Shape 152">
              <a:extLst>
                <a:ext uri="{FF2B5EF4-FFF2-40B4-BE49-F238E27FC236}">
                  <a16:creationId xmlns:a16="http://schemas.microsoft.com/office/drawing/2014/main" id="{72A9FB66-6F5A-9DB8-C9C8-FDC842B3747E}"/>
                </a:ext>
              </a:extLst>
            </p:cNvPr>
            <p:cNvSpPr/>
            <p:nvPr/>
          </p:nvSpPr>
          <p:spPr>
            <a:xfrm>
              <a:off x="12021312"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5" name="Shape 153">
              <a:extLst>
                <a:ext uri="{FF2B5EF4-FFF2-40B4-BE49-F238E27FC236}">
                  <a16:creationId xmlns:a16="http://schemas.microsoft.com/office/drawing/2014/main" id="{790FF957-8E23-BC3E-3D8E-A58AE49012B9}"/>
                </a:ext>
              </a:extLst>
            </p:cNvPr>
            <p:cNvSpPr/>
            <p:nvPr/>
          </p:nvSpPr>
          <p:spPr>
            <a:xfrm>
              <a:off x="12362688" y="402336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6" name="Shape 154">
              <a:extLst>
                <a:ext uri="{FF2B5EF4-FFF2-40B4-BE49-F238E27FC236}">
                  <a16:creationId xmlns:a16="http://schemas.microsoft.com/office/drawing/2014/main" id="{A49EB831-E0DC-5B5C-20D4-991B0A55981C}"/>
                </a:ext>
              </a:extLst>
            </p:cNvPr>
            <p:cNvSpPr/>
            <p:nvPr/>
          </p:nvSpPr>
          <p:spPr>
            <a:xfrm>
              <a:off x="792480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7" name="Shape 155">
              <a:extLst>
                <a:ext uri="{FF2B5EF4-FFF2-40B4-BE49-F238E27FC236}">
                  <a16:creationId xmlns:a16="http://schemas.microsoft.com/office/drawing/2014/main" id="{5B8223FB-027B-5EF1-82AF-870AC3BA7F47}"/>
                </a:ext>
              </a:extLst>
            </p:cNvPr>
            <p:cNvSpPr/>
            <p:nvPr/>
          </p:nvSpPr>
          <p:spPr>
            <a:xfrm>
              <a:off x="826617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8" name="Shape 156">
              <a:extLst>
                <a:ext uri="{FF2B5EF4-FFF2-40B4-BE49-F238E27FC236}">
                  <a16:creationId xmlns:a16="http://schemas.microsoft.com/office/drawing/2014/main" id="{B1350F5B-6FCB-77B6-E441-86DB3E8EBE97}"/>
                </a:ext>
              </a:extLst>
            </p:cNvPr>
            <p:cNvSpPr/>
            <p:nvPr/>
          </p:nvSpPr>
          <p:spPr>
            <a:xfrm>
              <a:off x="860755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9" name="Shape 157">
              <a:extLst>
                <a:ext uri="{FF2B5EF4-FFF2-40B4-BE49-F238E27FC236}">
                  <a16:creationId xmlns:a16="http://schemas.microsoft.com/office/drawing/2014/main" id="{AB8BAC2A-9870-24DB-4360-790BD1D5AD8B}"/>
                </a:ext>
              </a:extLst>
            </p:cNvPr>
            <p:cNvSpPr/>
            <p:nvPr/>
          </p:nvSpPr>
          <p:spPr>
            <a:xfrm>
              <a:off x="894892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0" name="Shape 158">
              <a:extLst>
                <a:ext uri="{FF2B5EF4-FFF2-40B4-BE49-F238E27FC236}">
                  <a16:creationId xmlns:a16="http://schemas.microsoft.com/office/drawing/2014/main" id="{D64CE39C-89E6-1602-3193-86B44EDB2CFA}"/>
                </a:ext>
              </a:extLst>
            </p:cNvPr>
            <p:cNvSpPr/>
            <p:nvPr/>
          </p:nvSpPr>
          <p:spPr>
            <a:xfrm>
              <a:off x="929030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1" name="Shape 159">
              <a:extLst>
                <a:ext uri="{FF2B5EF4-FFF2-40B4-BE49-F238E27FC236}">
                  <a16:creationId xmlns:a16="http://schemas.microsoft.com/office/drawing/2014/main" id="{1D30531D-E151-9B86-0591-402EB5776790}"/>
                </a:ext>
              </a:extLst>
            </p:cNvPr>
            <p:cNvSpPr/>
            <p:nvPr/>
          </p:nvSpPr>
          <p:spPr>
            <a:xfrm>
              <a:off x="963168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2" name="Shape 160">
              <a:extLst>
                <a:ext uri="{FF2B5EF4-FFF2-40B4-BE49-F238E27FC236}">
                  <a16:creationId xmlns:a16="http://schemas.microsoft.com/office/drawing/2014/main" id="{A694871B-8B88-7369-AD1A-3D6AEEDB9450}"/>
                </a:ext>
              </a:extLst>
            </p:cNvPr>
            <p:cNvSpPr/>
            <p:nvPr/>
          </p:nvSpPr>
          <p:spPr>
            <a:xfrm>
              <a:off x="997305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3" name="Shape 161">
              <a:extLst>
                <a:ext uri="{FF2B5EF4-FFF2-40B4-BE49-F238E27FC236}">
                  <a16:creationId xmlns:a16="http://schemas.microsoft.com/office/drawing/2014/main" id="{02D7E9C5-6CA5-10D5-B482-807D67D9C5CD}"/>
                </a:ext>
              </a:extLst>
            </p:cNvPr>
            <p:cNvSpPr/>
            <p:nvPr/>
          </p:nvSpPr>
          <p:spPr>
            <a:xfrm>
              <a:off x="1031443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4" name="Shape 162">
              <a:extLst>
                <a:ext uri="{FF2B5EF4-FFF2-40B4-BE49-F238E27FC236}">
                  <a16:creationId xmlns:a16="http://schemas.microsoft.com/office/drawing/2014/main" id="{2B637BE4-90BB-3361-659B-C76BFB75FF01}"/>
                </a:ext>
              </a:extLst>
            </p:cNvPr>
            <p:cNvSpPr/>
            <p:nvPr/>
          </p:nvSpPr>
          <p:spPr>
            <a:xfrm>
              <a:off x="1065580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5" name="Shape 163">
              <a:extLst>
                <a:ext uri="{FF2B5EF4-FFF2-40B4-BE49-F238E27FC236}">
                  <a16:creationId xmlns:a16="http://schemas.microsoft.com/office/drawing/2014/main" id="{722E8067-4404-7CA3-AF3B-27B7E69B3730}"/>
                </a:ext>
              </a:extLst>
            </p:cNvPr>
            <p:cNvSpPr/>
            <p:nvPr/>
          </p:nvSpPr>
          <p:spPr>
            <a:xfrm>
              <a:off x="10997184"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6" name="Shape 164">
              <a:extLst>
                <a:ext uri="{FF2B5EF4-FFF2-40B4-BE49-F238E27FC236}">
                  <a16:creationId xmlns:a16="http://schemas.microsoft.com/office/drawing/2014/main" id="{1933ADFC-CD6A-B7AF-0FE8-FB9730F82224}"/>
                </a:ext>
              </a:extLst>
            </p:cNvPr>
            <p:cNvSpPr/>
            <p:nvPr/>
          </p:nvSpPr>
          <p:spPr>
            <a:xfrm>
              <a:off x="11338560"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7" name="Shape 165">
              <a:extLst>
                <a:ext uri="{FF2B5EF4-FFF2-40B4-BE49-F238E27FC236}">
                  <a16:creationId xmlns:a16="http://schemas.microsoft.com/office/drawing/2014/main" id="{1C0062A6-82D7-06C0-9F6F-FA013A9F702A}"/>
                </a:ext>
              </a:extLst>
            </p:cNvPr>
            <p:cNvSpPr/>
            <p:nvPr/>
          </p:nvSpPr>
          <p:spPr>
            <a:xfrm>
              <a:off x="11679936"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8" name="Shape 166">
              <a:extLst>
                <a:ext uri="{FF2B5EF4-FFF2-40B4-BE49-F238E27FC236}">
                  <a16:creationId xmlns:a16="http://schemas.microsoft.com/office/drawing/2014/main" id="{3CBF7F90-6F5D-09C9-F2CC-8B6A9B7C035E}"/>
                </a:ext>
              </a:extLst>
            </p:cNvPr>
            <p:cNvSpPr/>
            <p:nvPr/>
          </p:nvSpPr>
          <p:spPr>
            <a:xfrm>
              <a:off x="12021312"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9" name="Shape 167">
              <a:extLst>
                <a:ext uri="{FF2B5EF4-FFF2-40B4-BE49-F238E27FC236}">
                  <a16:creationId xmlns:a16="http://schemas.microsoft.com/office/drawing/2014/main" id="{C1813E57-931D-64CA-E61D-43192D6F0F9D}"/>
                </a:ext>
              </a:extLst>
            </p:cNvPr>
            <p:cNvSpPr/>
            <p:nvPr/>
          </p:nvSpPr>
          <p:spPr>
            <a:xfrm>
              <a:off x="12362688" y="436473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0" name="Shape 168">
              <a:extLst>
                <a:ext uri="{FF2B5EF4-FFF2-40B4-BE49-F238E27FC236}">
                  <a16:creationId xmlns:a16="http://schemas.microsoft.com/office/drawing/2014/main" id="{7C8861D7-EF13-D3C0-FDDC-33770832AEFB}"/>
                </a:ext>
              </a:extLst>
            </p:cNvPr>
            <p:cNvSpPr/>
            <p:nvPr/>
          </p:nvSpPr>
          <p:spPr>
            <a:xfrm>
              <a:off x="792480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1" name="Shape 169">
              <a:extLst>
                <a:ext uri="{FF2B5EF4-FFF2-40B4-BE49-F238E27FC236}">
                  <a16:creationId xmlns:a16="http://schemas.microsoft.com/office/drawing/2014/main" id="{7B71E4EA-2B15-4F25-8024-2A62B5EACA22}"/>
                </a:ext>
              </a:extLst>
            </p:cNvPr>
            <p:cNvSpPr/>
            <p:nvPr/>
          </p:nvSpPr>
          <p:spPr>
            <a:xfrm>
              <a:off x="826617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2" name="Shape 170">
              <a:extLst>
                <a:ext uri="{FF2B5EF4-FFF2-40B4-BE49-F238E27FC236}">
                  <a16:creationId xmlns:a16="http://schemas.microsoft.com/office/drawing/2014/main" id="{820B0B18-C2D4-8647-C2DA-8163C1C8350E}"/>
                </a:ext>
              </a:extLst>
            </p:cNvPr>
            <p:cNvSpPr/>
            <p:nvPr/>
          </p:nvSpPr>
          <p:spPr>
            <a:xfrm>
              <a:off x="860755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3" name="Shape 171">
              <a:extLst>
                <a:ext uri="{FF2B5EF4-FFF2-40B4-BE49-F238E27FC236}">
                  <a16:creationId xmlns:a16="http://schemas.microsoft.com/office/drawing/2014/main" id="{7D36B3BE-32C9-397A-A9AF-20D36153AFF2}"/>
                </a:ext>
              </a:extLst>
            </p:cNvPr>
            <p:cNvSpPr/>
            <p:nvPr/>
          </p:nvSpPr>
          <p:spPr>
            <a:xfrm>
              <a:off x="894892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4" name="Shape 172">
              <a:extLst>
                <a:ext uri="{FF2B5EF4-FFF2-40B4-BE49-F238E27FC236}">
                  <a16:creationId xmlns:a16="http://schemas.microsoft.com/office/drawing/2014/main" id="{D7F7FF4D-68AD-B275-E645-7C9EE7F044C8}"/>
                </a:ext>
              </a:extLst>
            </p:cNvPr>
            <p:cNvSpPr/>
            <p:nvPr/>
          </p:nvSpPr>
          <p:spPr>
            <a:xfrm>
              <a:off x="929030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5" name="Shape 173">
              <a:extLst>
                <a:ext uri="{FF2B5EF4-FFF2-40B4-BE49-F238E27FC236}">
                  <a16:creationId xmlns:a16="http://schemas.microsoft.com/office/drawing/2014/main" id="{D12D4AC5-E314-F559-E04F-F0E760A10B50}"/>
                </a:ext>
              </a:extLst>
            </p:cNvPr>
            <p:cNvSpPr/>
            <p:nvPr/>
          </p:nvSpPr>
          <p:spPr>
            <a:xfrm>
              <a:off x="963168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6" name="Shape 174">
              <a:extLst>
                <a:ext uri="{FF2B5EF4-FFF2-40B4-BE49-F238E27FC236}">
                  <a16:creationId xmlns:a16="http://schemas.microsoft.com/office/drawing/2014/main" id="{8D49BC24-F520-6F71-C398-E1533CD4B147}"/>
                </a:ext>
              </a:extLst>
            </p:cNvPr>
            <p:cNvSpPr/>
            <p:nvPr/>
          </p:nvSpPr>
          <p:spPr>
            <a:xfrm>
              <a:off x="997305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7" name="Shape 175">
              <a:extLst>
                <a:ext uri="{FF2B5EF4-FFF2-40B4-BE49-F238E27FC236}">
                  <a16:creationId xmlns:a16="http://schemas.microsoft.com/office/drawing/2014/main" id="{6E3583F6-2BA4-ECC5-CED1-8E27032D17BA}"/>
                </a:ext>
              </a:extLst>
            </p:cNvPr>
            <p:cNvSpPr/>
            <p:nvPr/>
          </p:nvSpPr>
          <p:spPr>
            <a:xfrm>
              <a:off x="1031443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8" name="Shape 176">
              <a:extLst>
                <a:ext uri="{FF2B5EF4-FFF2-40B4-BE49-F238E27FC236}">
                  <a16:creationId xmlns:a16="http://schemas.microsoft.com/office/drawing/2014/main" id="{AE3AA022-3780-5E81-1FA2-92205D9C5718}"/>
                </a:ext>
              </a:extLst>
            </p:cNvPr>
            <p:cNvSpPr/>
            <p:nvPr/>
          </p:nvSpPr>
          <p:spPr>
            <a:xfrm>
              <a:off x="1065580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9" name="Shape 177">
              <a:extLst>
                <a:ext uri="{FF2B5EF4-FFF2-40B4-BE49-F238E27FC236}">
                  <a16:creationId xmlns:a16="http://schemas.microsoft.com/office/drawing/2014/main" id="{0DA4E998-F313-4060-43A2-4D30245741F4}"/>
                </a:ext>
              </a:extLst>
            </p:cNvPr>
            <p:cNvSpPr/>
            <p:nvPr/>
          </p:nvSpPr>
          <p:spPr>
            <a:xfrm>
              <a:off x="10997184"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0" name="Shape 178">
              <a:extLst>
                <a:ext uri="{FF2B5EF4-FFF2-40B4-BE49-F238E27FC236}">
                  <a16:creationId xmlns:a16="http://schemas.microsoft.com/office/drawing/2014/main" id="{3381F0ED-A1CE-44EA-C288-8FD99F7629BF}"/>
                </a:ext>
              </a:extLst>
            </p:cNvPr>
            <p:cNvSpPr/>
            <p:nvPr/>
          </p:nvSpPr>
          <p:spPr>
            <a:xfrm>
              <a:off x="11338560"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1" name="Shape 179">
              <a:extLst>
                <a:ext uri="{FF2B5EF4-FFF2-40B4-BE49-F238E27FC236}">
                  <a16:creationId xmlns:a16="http://schemas.microsoft.com/office/drawing/2014/main" id="{74EEAFF1-B0A3-9443-7F48-1DA125C84C25}"/>
                </a:ext>
              </a:extLst>
            </p:cNvPr>
            <p:cNvSpPr/>
            <p:nvPr/>
          </p:nvSpPr>
          <p:spPr>
            <a:xfrm>
              <a:off x="11679936"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2" name="Shape 180">
              <a:extLst>
                <a:ext uri="{FF2B5EF4-FFF2-40B4-BE49-F238E27FC236}">
                  <a16:creationId xmlns:a16="http://schemas.microsoft.com/office/drawing/2014/main" id="{9E3CBFE3-CB67-7AD4-D2CA-C1555CD570C2}"/>
                </a:ext>
              </a:extLst>
            </p:cNvPr>
            <p:cNvSpPr/>
            <p:nvPr/>
          </p:nvSpPr>
          <p:spPr>
            <a:xfrm>
              <a:off x="12021312"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3" name="Shape 181">
              <a:extLst>
                <a:ext uri="{FF2B5EF4-FFF2-40B4-BE49-F238E27FC236}">
                  <a16:creationId xmlns:a16="http://schemas.microsoft.com/office/drawing/2014/main" id="{DCBFE2AB-B278-BB32-85C0-3B8020D48E57}"/>
                </a:ext>
              </a:extLst>
            </p:cNvPr>
            <p:cNvSpPr/>
            <p:nvPr/>
          </p:nvSpPr>
          <p:spPr>
            <a:xfrm>
              <a:off x="12362688" y="470611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4" name="Shape 182">
              <a:extLst>
                <a:ext uri="{FF2B5EF4-FFF2-40B4-BE49-F238E27FC236}">
                  <a16:creationId xmlns:a16="http://schemas.microsoft.com/office/drawing/2014/main" id="{936375DB-6F4A-9861-A6CC-55D7A8287941}"/>
                </a:ext>
              </a:extLst>
            </p:cNvPr>
            <p:cNvSpPr/>
            <p:nvPr/>
          </p:nvSpPr>
          <p:spPr>
            <a:xfrm>
              <a:off x="792480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5" name="Shape 183">
              <a:extLst>
                <a:ext uri="{FF2B5EF4-FFF2-40B4-BE49-F238E27FC236}">
                  <a16:creationId xmlns:a16="http://schemas.microsoft.com/office/drawing/2014/main" id="{F02A3FAF-D7A4-BA97-7BDF-E8E1465E3570}"/>
                </a:ext>
              </a:extLst>
            </p:cNvPr>
            <p:cNvSpPr/>
            <p:nvPr/>
          </p:nvSpPr>
          <p:spPr>
            <a:xfrm>
              <a:off x="826617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6" name="Shape 184">
              <a:extLst>
                <a:ext uri="{FF2B5EF4-FFF2-40B4-BE49-F238E27FC236}">
                  <a16:creationId xmlns:a16="http://schemas.microsoft.com/office/drawing/2014/main" id="{421E191D-5380-E294-163E-9BD3580DE238}"/>
                </a:ext>
              </a:extLst>
            </p:cNvPr>
            <p:cNvSpPr/>
            <p:nvPr/>
          </p:nvSpPr>
          <p:spPr>
            <a:xfrm>
              <a:off x="860755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7" name="Shape 185">
              <a:extLst>
                <a:ext uri="{FF2B5EF4-FFF2-40B4-BE49-F238E27FC236}">
                  <a16:creationId xmlns:a16="http://schemas.microsoft.com/office/drawing/2014/main" id="{7C3E16F1-C260-ED17-0063-1C4D713ADB61}"/>
                </a:ext>
              </a:extLst>
            </p:cNvPr>
            <p:cNvSpPr/>
            <p:nvPr/>
          </p:nvSpPr>
          <p:spPr>
            <a:xfrm>
              <a:off x="894892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8" name="Shape 186">
              <a:extLst>
                <a:ext uri="{FF2B5EF4-FFF2-40B4-BE49-F238E27FC236}">
                  <a16:creationId xmlns:a16="http://schemas.microsoft.com/office/drawing/2014/main" id="{40F64214-696B-4EFC-1B42-68A4D89149AF}"/>
                </a:ext>
              </a:extLst>
            </p:cNvPr>
            <p:cNvSpPr/>
            <p:nvPr/>
          </p:nvSpPr>
          <p:spPr>
            <a:xfrm>
              <a:off x="929030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9" name="Shape 187">
              <a:extLst>
                <a:ext uri="{FF2B5EF4-FFF2-40B4-BE49-F238E27FC236}">
                  <a16:creationId xmlns:a16="http://schemas.microsoft.com/office/drawing/2014/main" id="{84AF44B9-3D07-5B01-33C1-684EF7D41717}"/>
                </a:ext>
              </a:extLst>
            </p:cNvPr>
            <p:cNvSpPr/>
            <p:nvPr/>
          </p:nvSpPr>
          <p:spPr>
            <a:xfrm>
              <a:off x="963168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0" name="Shape 188">
              <a:extLst>
                <a:ext uri="{FF2B5EF4-FFF2-40B4-BE49-F238E27FC236}">
                  <a16:creationId xmlns:a16="http://schemas.microsoft.com/office/drawing/2014/main" id="{54C4E3BD-9579-6695-9402-BCCAE0263799}"/>
                </a:ext>
              </a:extLst>
            </p:cNvPr>
            <p:cNvSpPr/>
            <p:nvPr/>
          </p:nvSpPr>
          <p:spPr>
            <a:xfrm>
              <a:off x="997305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1" name="Shape 189">
              <a:extLst>
                <a:ext uri="{FF2B5EF4-FFF2-40B4-BE49-F238E27FC236}">
                  <a16:creationId xmlns:a16="http://schemas.microsoft.com/office/drawing/2014/main" id="{7193B636-A869-02AC-F869-93BC20035A18}"/>
                </a:ext>
              </a:extLst>
            </p:cNvPr>
            <p:cNvSpPr/>
            <p:nvPr/>
          </p:nvSpPr>
          <p:spPr>
            <a:xfrm>
              <a:off x="1031443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2" name="Shape 190">
              <a:extLst>
                <a:ext uri="{FF2B5EF4-FFF2-40B4-BE49-F238E27FC236}">
                  <a16:creationId xmlns:a16="http://schemas.microsoft.com/office/drawing/2014/main" id="{C05173CD-1842-FFED-C552-0312B77BA64D}"/>
                </a:ext>
              </a:extLst>
            </p:cNvPr>
            <p:cNvSpPr/>
            <p:nvPr/>
          </p:nvSpPr>
          <p:spPr>
            <a:xfrm>
              <a:off x="1065580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3" name="Shape 191">
              <a:extLst>
                <a:ext uri="{FF2B5EF4-FFF2-40B4-BE49-F238E27FC236}">
                  <a16:creationId xmlns:a16="http://schemas.microsoft.com/office/drawing/2014/main" id="{92AA32D4-2082-76CD-0383-3579F6B0C2A2}"/>
                </a:ext>
              </a:extLst>
            </p:cNvPr>
            <p:cNvSpPr/>
            <p:nvPr/>
          </p:nvSpPr>
          <p:spPr>
            <a:xfrm>
              <a:off x="10997184"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4" name="Shape 192">
              <a:extLst>
                <a:ext uri="{FF2B5EF4-FFF2-40B4-BE49-F238E27FC236}">
                  <a16:creationId xmlns:a16="http://schemas.microsoft.com/office/drawing/2014/main" id="{3C3FEBDC-065D-EA51-ABB1-EAA7229668C1}"/>
                </a:ext>
              </a:extLst>
            </p:cNvPr>
            <p:cNvSpPr/>
            <p:nvPr/>
          </p:nvSpPr>
          <p:spPr>
            <a:xfrm>
              <a:off x="11338560"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5" name="Shape 193">
              <a:extLst>
                <a:ext uri="{FF2B5EF4-FFF2-40B4-BE49-F238E27FC236}">
                  <a16:creationId xmlns:a16="http://schemas.microsoft.com/office/drawing/2014/main" id="{9E60E8B7-420F-5A15-838E-A8CDD287A8F2}"/>
                </a:ext>
              </a:extLst>
            </p:cNvPr>
            <p:cNvSpPr/>
            <p:nvPr/>
          </p:nvSpPr>
          <p:spPr>
            <a:xfrm>
              <a:off x="11679936"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6" name="Shape 194">
              <a:extLst>
                <a:ext uri="{FF2B5EF4-FFF2-40B4-BE49-F238E27FC236}">
                  <a16:creationId xmlns:a16="http://schemas.microsoft.com/office/drawing/2014/main" id="{F730E2C5-21DB-2DB1-0B64-96B2080F5929}"/>
                </a:ext>
              </a:extLst>
            </p:cNvPr>
            <p:cNvSpPr/>
            <p:nvPr/>
          </p:nvSpPr>
          <p:spPr>
            <a:xfrm>
              <a:off x="12021312"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7" name="Shape 195">
              <a:extLst>
                <a:ext uri="{FF2B5EF4-FFF2-40B4-BE49-F238E27FC236}">
                  <a16:creationId xmlns:a16="http://schemas.microsoft.com/office/drawing/2014/main" id="{D9CC6775-F157-856A-7E94-59C4A62870AC}"/>
                </a:ext>
              </a:extLst>
            </p:cNvPr>
            <p:cNvSpPr/>
            <p:nvPr/>
          </p:nvSpPr>
          <p:spPr>
            <a:xfrm>
              <a:off x="12362688" y="504748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8" name="Shape 196">
              <a:extLst>
                <a:ext uri="{FF2B5EF4-FFF2-40B4-BE49-F238E27FC236}">
                  <a16:creationId xmlns:a16="http://schemas.microsoft.com/office/drawing/2014/main" id="{EC8A26A8-CA85-3992-1C18-E291958EE26B}"/>
                </a:ext>
              </a:extLst>
            </p:cNvPr>
            <p:cNvSpPr/>
            <p:nvPr/>
          </p:nvSpPr>
          <p:spPr>
            <a:xfrm>
              <a:off x="792480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9" name="Shape 197">
              <a:extLst>
                <a:ext uri="{FF2B5EF4-FFF2-40B4-BE49-F238E27FC236}">
                  <a16:creationId xmlns:a16="http://schemas.microsoft.com/office/drawing/2014/main" id="{1C82D050-F54D-A4F1-9AA3-CC36170B1B7D}"/>
                </a:ext>
              </a:extLst>
            </p:cNvPr>
            <p:cNvSpPr/>
            <p:nvPr/>
          </p:nvSpPr>
          <p:spPr>
            <a:xfrm>
              <a:off x="826617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0" name="Shape 198">
              <a:extLst>
                <a:ext uri="{FF2B5EF4-FFF2-40B4-BE49-F238E27FC236}">
                  <a16:creationId xmlns:a16="http://schemas.microsoft.com/office/drawing/2014/main" id="{CADAA086-18B3-E033-871D-81779AE872E6}"/>
                </a:ext>
              </a:extLst>
            </p:cNvPr>
            <p:cNvSpPr/>
            <p:nvPr/>
          </p:nvSpPr>
          <p:spPr>
            <a:xfrm>
              <a:off x="860755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1" name="Shape 199">
              <a:extLst>
                <a:ext uri="{FF2B5EF4-FFF2-40B4-BE49-F238E27FC236}">
                  <a16:creationId xmlns:a16="http://schemas.microsoft.com/office/drawing/2014/main" id="{23B20E61-5D01-B0A7-B51D-293C61B47485}"/>
                </a:ext>
              </a:extLst>
            </p:cNvPr>
            <p:cNvSpPr/>
            <p:nvPr/>
          </p:nvSpPr>
          <p:spPr>
            <a:xfrm>
              <a:off x="894892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2" name="Shape 200">
              <a:extLst>
                <a:ext uri="{FF2B5EF4-FFF2-40B4-BE49-F238E27FC236}">
                  <a16:creationId xmlns:a16="http://schemas.microsoft.com/office/drawing/2014/main" id="{EABE4160-4C8A-B655-F3C8-6744E28D039D}"/>
                </a:ext>
              </a:extLst>
            </p:cNvPr>
            <p:cNvSpPr/>
            <p:nvPr/>
          </p:nvSpPr>
          <p:spPr>
            <a:xfrm>
              <a:off x="929030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3" name="Shape 201">
              <a:extLst>
                <a:ext uri="{FF2B5EF4-FFF2-40B4-BE49-F238E27FC236}">
                  <a16:creationId xmlns:a16="http://schemas.microsoft.com/office/drawing/2014/main" id="{6FDC4DF6-F97E-5D58-C6A4-50F9FD55A4B2}"/>
                </a:ext>
              </a:extLst>
            </p:cNvPr>
            <p:cNvSpPr/>
            <p:nvPr/>
          </p:nvSpPr>
          <p:spPr>
            <a:xfrm>
              <a:off x="963168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4" name="Shape 202">
              <a:extLst>
                <a:ext uri="{FF2B5EF4-FFF2-40B4-BE49-F238E27FC236}">
                  <a16:creationId xmlns:a16="http://schemas.microsoft.com/office/drawing/2014/main" id="{79C4D9D0-2539-FDCE-37D2-751C51D8161F}"/>
                </a:ext>
              </a:extLst>
            </p:cNvPr>
            <p:cNvSpPr/>
            <p:nvPr/>
          </p:nvSpPr>
          <p:spPr>
            <a:xfrm>
              <a:off x="997305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5" name="Shape 203">
              <a:extLst>
                <a:ext uri="{FF2B5EF4-FFF2-40B4-BE49-F238E27FC236}">
                  <a16:creationId xmlns:a16="http://schemas.microsoft.com/office/drawing/2014/main" id="{20F870D3-4303-D9D1-7A9B-A858C005EF2F}"/>
                </a:ext>
              </a:extLst>
            </p:cNvPr>
            <p:cNvSpPr/>
            <p:nvPr/>
          </p:nvSpPr>
          <p:spPr>
            <a:xfrm>
              <a:off x="1031443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6" name="Shape 204">
              <a:extLst>
                <a:ext uri="{FF2B5EF4-FFF2-40B4-BE49-F238E27FC236}">
                  <a16:creationId xmlns:a16="http://schemas.microsoft.com/office/drawing/2014/main" id="{8429ADF9-9630-8193-9148-352B74E35D37}"/>
                </a:ext>
              </a:extLst>
            </p:cNvPr>
            <p:cNvSpPr/>
            <p:nvPr/>
          </p:nvSpPr>
          <p:spPr>
            <a:xfrm>
              <a:off x="1065580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Shape 205">
              <a:extLst>
                <a:ext uri="{FF2B5EF4-FFF2-40B4-BE49-F238E27FC236}">
                  <a16:creationId xmlns:a16="http://schemas.microsoft.com/office/drawing/2014/main" id="{BA648524-0892-86F2-C509-5653C3083246}"/>
                </a:ext>
              </a:extLst>
            </p:cNvPr>
            <p:cNvSpPr/>
            <p:nvPr/>
          </p:nvSpPr>
          <p:spPr>
            <a:xfrm>
              <a:off x="10997184"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8" name="Shape 206">
              <a:extLst>
                <a:ext uri="{FF2B5EF4-FFF2-40B4-BE49-F238E27FC236}">
                  <a16:creationId xmlns:a16="http://schemas.microsoft.com/office/drawing/2014/main" id="{E7403936-699D-4454-2ADA-2CB8D58D4816}"/>
                </a:ext>
              </a:extLst>
            </p:cNvPr>
            <p:cNvSpPr/>
            <p:nvPr/>
          </p:nvSpPr>
          <p:spPr>
            <a:xfrm>
              <a:off x="11338560"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9" name="Shape 207">
              <a:extLst>
                <a:ext uri="{FF2B5EF4-FFF2-40B4-BE49-F238E27FC236}">
                  <a16:creationId xmlns:a16="http://schemas.microsoft.com/office/drawing/2014/main" id="{6CA74A01-BD60-6018-795F-0792CC744536}"/>
                </a:ext>
              </a:extLst>
            </p:cNvPr>
            <p:cNvSpPr/>
            <p:nvPr/>
          </p:nvSpPr>
          <p:spPr>
            <a:xfrm>
              <a:off x="11679936"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0" name="Shape 208">
              <a:extLst>
                <a:ext uri="{FF2B5EF4-FFF2-40B4-BE49-F238E27FC236}">
                  <a16:creationId xmlns:a16="http://schemas.microsoft.com/office/drawing/2014/main" id="{DF779235-9808-5410-42F2-275600327501}"/>
                </a:ext>
              </a:extLst>
            </p:cNvPr>
            <p:cNvSpPr/>
            <p:nvPr/>
          </p:nvSpPr>
          <p:spPr>
            <a:xfrm>
              <a:off x="12021312"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1" name="Shape 209">
              <a:extLst>
                <a:ext uri="{FF2B5EF4-FFF2-40B4-BE49-F238E27FC236}">
                  <a16:creationId xmlns:a16="http://schemas.microsoft.com/office/drawing/2014/main" id="{60640268-1426-8028-21D1-479A269071AD}"/>
                </a:ext>
              </a:extLst>
            </p:cNvPr>
            <p:cNvSpPr/>
            <p:nvPr/>
          </p:nvSpPr>
          <p:spPr>
            <a:xfrm>
              <a:off x="12362688" y="538886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2" name="Shape 210">
              <a:extLst>
                <a:ext uri="{FF2B5EF4-FFF2-40B4-BE49-F238E27FC236}">
                  <a16:creationId xmlns:a16="http://schemas.microsoft.com/office/drawing/2014/main" id="{70C290C2-51B4-822F-72AD-5E23EAE54FB3}"/>
                </a:ext>
              </a:extLst>
            </p:cNvPr>
            <p:cNvSpPr/>
            <p:nvPr/>
          </p:nvSpPr>
          <p:spPr>
            <a:xfrm>
              <a:off x="792480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3" name="Shape 211">
              <a:extLst>
                <a:ext uri="{FF2B5EF4-FFF2-40B4-BE49-F238E27FC236}">
                  <a16:creationId xmlns:a16="http://schemas.microsoft.com/office/drawing/2014/main" id="{799850AF-5473-AA8E-2416-5DFE1581F8EE}"/>
                </a:ext>
              </a:extLst>
            </p:cNvPr>
            <p:cNvSpPr/>
            <p:nvPr/>
          </p:nvSpPr>
          <p:spPr>
            <a:xfrm>
              <a:off x="826617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4" name="Shape 212">
              <a:extLst>
                <a:ext uri="{FF2B5EF4-FFF2-40B4-BE49-F238E27FC236}">
                  <a16:creationId xmlns:a16="http://schemas.microsoft.com/office/drawing/2014/main" id="{CA091837-757D-C7F4-132C-65A8AD698040}"/>
                </a:ext>
              </a:extLst>
            </p:cNvPr>
            <p:cNvSpPr/>
            <p:nvPr/>
          </p:nvSpPr>
          <p:spPr>
            <a:xfrm>
              <a:off x="860755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5" name="Shape 213">
              <a:extLst>
                <a:ext uri="{FF2B5EF4-FFF2-40B4-BE49-F238E27FC236}">
                  <a16:creationId xmlns:a16="http://schemas.microsoft.com/office/drawing/2014/main" id="{350E7674-D8DE-4281-835A-2D822CCDA04B}"/>
                </a:ext>
              </a:extLst>
            </p:cNvPr>
            <p:cNvSpPr/>
            <p:nvPr/>
          </p:nvSpPr>
          <p:spPr>
            <a:xfrm>
              <a:off x="894892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6" name="Shape 214">
              <a:extLst>
                <a:ext uri="{FF2B5EF4-FFF2-40B4-BE49-F238E27FC236}">
                  <a16:creationId xmlns:a16="http://schemas.microsoft.com/office/drawing/2014/main" id="{5BDABF55-84A9-A47C-4E34-27AE72F4D7E3}"/>
                </a:ext>
              </a:extLst>
            </p:cNvPr>
            <p:cNvSpPr/>
            <p:nvPr/>
          </p:nvSpPr>
          <p:spPr>
            <a:xfrm>
              <a:off x="929030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7" name="Shape 215">
              <a:extLst>
                <a:ext uri="{FF2B5EF4-FFF2-40B4-BE49-F238E27FC236}">
                  <a16:creationId xmlns:a16="http://schemas.microsoft.com/office/drawing/2014/main" id="{463472B9-BFA1-E998-09DF-478AEF4248CA}"/>
                </a:ext>
              </a:extLst>
            </p:cNvPr>
            <p:cNvSpPr/>
            <p:nvPr/>
          </p:nvSpPr>
          <p:spPr>
            <a:xfrm>
              <a:off x="963168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8" name="Shape 216">
              <a:extLst>
                <a:ext uri="{FF2B5EF4-FFF2-40B4-BE49-F238E27FC236}">
                  <a16:creationId xmlns:a16="http://schemas.microsoft.com/office/drawing/2014/main" id="{78CE394D-D6F5-C8A6-2354-B051137B32C9}"/>
                </a:ext>
              </a:extLst>
            </p:cNvPr>
            <p:cNvSpPr/>
            <p:nvPr/>
          </p:nvSpPr>
          <p:spPr>
            <a:xfrm>
              <a:off x="997305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9" name="Shape 217">
              <a:extLst>
                <a:ext uri="{FF2B5EF4-FFF2-40B4-BE49-F238E27FC236}">
                  <a16:creationId xmlns:a16="http://schemas.microsoft.com/office/drawing/2014/main" id="{39B92EBA-FFD9-2A5C-C0F4-7FF413FA1F5E}"/>
                </a:ext>
              </a:extLst>
            </p:cNvPr>
            <p:cNvSpPr/>
            <p:nvPr/>
          </p:nvSpPr>
          <p:spPr>
            <a:xfrm>
              <a:off x="1031443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0" name="Shape 218">
              <a:extLst>
                <a:ext uri="{FF2B5EF4-FFF2-40B4-BE49-F238E27FC236}">
                  <a16:creationId xmlns:a16="http://schemas.microsoft.com/office/drawing/2014/main" id="{6E575B2C-1894-2F6D-F902-6BF8EF8D5CE9}"/>
                </a:ext>
              </a:extLst>
            </p:cNvPr>
            <p:cNvSpPr/>
            <p:nvPr/>
          </p:nvSpPr>
          <p:spPr>
            <a:xfrm>
              <a:off x="1065580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1" name="Shape 219">
              <a:extLst>
                <a:ext uri="{FF2B5EF4-FFF2-40B4-BE49-F238E27FC236}">
                  <a16:creationId xmlns:a16="http://schemas.microsoft.com/office/drawing/2014/main" id="{FF5968B3-A607-D872-9892-246D7314171D}"/>
                </a:ext>
              </a:extLst>
            </p:cNvPr>
            <p:cNvSpPr/>
            <p:nvPr/>
          </p:nvSpPr>
          <p:spPr>
            <a:xfrm>
              <a:off x="10997184"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2" name="Shape 220">
              <a:extLst>
                <a:ext uri="{FF2B5EF4-FFF2-40B4-BE49-F238E27FC236}">
                  <a16:creationId xmlns:a16="http://schemas.microsoft.com/office/drawing/2014/main" id="{53B99959-2518-8627-BB8F-41C592B94378}"/>
                </a:ext>
              </a:extLst>
            </p:cNvPr>
            <p:cNvSpPr/>
            <p:nvPr/>
          </p:nvSpPr>
          <p:spPr>
            <a:xfrm>
              <a:off x="11338560"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3" name="Shape 221">
              <a:extLst>
                <a:ext uri="{FF2B5EF4-FFF2-40B4-BE49-F238E27FC236}">
                  <a16:creationId xmlns:a16="http://schemas.microsoft.com/office/drawing/2014/main" id="{24D76021-A898-6C44-0669-38CFF1DE1A0C}"/>
                </a:ext>
              </a:extLst>
            </p:cNvPr>
            <p:cNvSpPr/>
            <p:nvPr/>
          </p:nvSpPr>
          <p:spPr>
            <a:xfrm>
              <a:off x="11679936"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4" name="Shape 222">
              <a:extLst>
                <a:ext uri="{FF2B5EF4-FFF2-40B4-BE49-F238E27FC236}">
                  <a16:creationId xmlns:a16="http://schemas.microsoft.com/office/drawing/2014/main" id="{3DC03C94-6CED-21EA-E83A-53F99D958F6C}"/>
                </a:ext>
              </a:extLst>
            </p:cNvPr>
            <p:cNvSpPr/>
            <p:nvPr/>
          </p:nvSpPr>
          <p:spPr>
            <a:xfrm>
              <a:off x="12021312"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5" name="Shape 223">
              <a:extLst>
                <a:ext uri="{FF2B5EF4-FFF2-40B4-BE49-F238E27FC236}">
                  <a16:creationId xmlns:a16="http://schemas.microsoft.com/office/drawing/2014/main" id="{E8152F50-125A-D57D-EC15-35F841E81C44}"/>
                </a:ext>
              </a:extLst>
            </p:cNvPr>
            <p:cNvSpPr/>
            <p:nvPr/>
          </p:nvSpPr>
          <p:spPr>
            <a:xfrm>
              <a:off x="12362688" y="5730240"/>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6" name="Shape 224">
              <a:extLst>
                <a:ext uri="{FF2B5EF4-FFF2-40B4-BE49-F238E27FC236}">
                  <a16:creationId xmlns:a16="http://schemas.microsoft.com/office/drawing/2014/main" id="{D5A8C19A-1B04-8115-749B-775C7D78D81C}"/>
                </a:ext>
              </a:extLst>
            </p:cNvPr>
            <p:cNvSpPr/>
            <p:nvPr/>
          </p:nvSpPr>
          <p:spPr>
            <a:xfrm>
              <a:off x="792480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7" name="Shape 225">
              <a:extLst>
                <a:ext uri="{FF2B5EF4-FFF2-40B4-BE49-F238E27FC236}">
                  <a16:creationId xmlns:a16="http://schemas.microsoft.com/office/drawing/2014/main" id="{3E6A1B27-60B1-B8D1-6433-9F2B5AC996BA}"/>
                </a:ext>
              </a:extLst>
            </p:cNvPr>
            <p:cNvSpPr/>
            <p:nvPr/>
          </p:nvSpPr>
          <p:spPr>
            <a:xfrm>
              <a:off x="826617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8" name="Shape 226">
              <a:extLst>
                <a:ext uri="{FF2B5EF4-FFF2-40B4-BE49-F238E27FC236}">
                  <a16:creationId xmlns:a16="http://schemas.microsoft.com/office/drawing/2014/main" id="{E2DBD2F4-F3F8-6EB4-ECB9-D53446A36AB9}"/>
                </a:ext>
              </a:extLst>
            </p:cNvPr>
            <p:cNvSpPr/>
            <p:nvPr/>
          </p:nvSpPr>
          <p:spPr>
            <a:xfrm>
              <a:off x="860755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9" name="Shape 227">
              <a:extLst>
                <a:ext uri="{FF2B5EF4-FFF2-40B4-BE49-F238E27FC236}">
                  <a16:creationId xmlns:a16="http://schemas.microsoft.com/office/drawing/2014/main" id="{40FEBD7A-7986-92A9-0713-3B0202C3E043}"/>
                </a:ext>
              </a:extLst>
            </p:cNvPr>
            <p:cNvSpPr/>
            <p:nvPr/>
          </p:nvSpPr>
          <p:spPr>
            <a:xfrm>
              <a:off x="894892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0" name="Shape 228">
              <a:extLst>
                <a:ext uri="{FF2B5EF4-FFF2-40B4-BE49-F238E27FC236}">
                  <a16:creationId xmlns:a16="http://schemas.microsoft.com/office/drawing/2014/main" id="{E6FB43C1-0683-EA73-C93A-732B82CF3FA0}"/>
                </a:ext>
              </a:extLst>
            </p:cNvPr>
            <p:cNvSpPr/>
            <p:nvPr/>
          </p:nvSpPr>
          <p:spPr>
            <a:xfrm>
              <a:off x="929030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1" name="Shape 229">
              <a:extLst>
                <a:ext uri="{FF2B5EF4-FFF2-40B4-BE49-F238E27FC236}">
                  <a16:creationId xmlns:a16="http://schemas.microsoft.com/office/drawing/2014/main" id="{C520CF23-8F42-FCEE-7197-5BB570F0C607}"/>
                </a:ext>
              </a:extLst>
            </p:cNvPr>
            <p:cNvSpPr/>
            <p:nvPr/>
          </p:nvSpPr>
          <p:spPr>
            <a:xfrm>
              <a:off x="963168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2" name="Shape 230">
              <a:extLst>
                <a:ext uri="{FF2B5EF4-FFF2-40B4-BE49-F238E27FC236}">
                  <a16:creationId xmlns:a16="http://schemas.microsoft.com/office/drawing/2014/main" id="{2F34A819-21F9-4D72-EFF6-E47B10CAFCBB}"/>
                </a:ext>
              </a:extLst>
            </p:cNvPr>
            <p:cNvSpPr/>
            <p:nvPr/>
          </p:nvSpPr>
          <p:spPr>
            <a:xfrm>
              <a:off x="997305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3" name="Shape 231">
              <a:extLst>
                <a:ext uri="{FF2B5EF4-FFF2-40B4-BE49-F238E27FC236}">
                  <a16:creationId xmlns:a16="http://schemas.microsoft.com/office/drawing/2014/main" id="{B5DBB556-C773-0AA0-FA17-ADE2192CE49A}"/>
                </a:ext>
              </a:extLst>
            </p:cNvPr>
            <p:cNvSpPr/>
            <p:nvPr/>
          </p:nvSpPr>
          <p:spPr>
            <a:xfrm>
              <a:off x="1031443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4" name="Shape 232">
              <a:extLst>
                <a:ext uri="{FF2B5EF4-FFF2-40B4-BE49-F238E27FC236}">
                  <a16:creationId xmlns:a16="http://schemas.microsoft.com/office/drawing/2014/main" id="{7F279F0B-EF95-379D-00D3-0013B89AEE1F}"/>
                </a:ext>
              </a:extLst>
            </p:cNvPr>
            <p:cNvSpPr/>
            <p:nvPr/>
          </p:nvSpPr>
          <p:spPr>
            <a:xfrm>
              <a:off x="1065580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5" name="Shape 233">
              <a:extLst>
                <a:ext uri="{FF2B5EF4-FFF2-40B4-BE49-F238E27FC236}">
                  <a16:creationId xmlns:a16="http://schemas.microsoft.com/office/drawing/2014/main" id="{19037A4A-ACD2-1573-D561-9A49C091772A}"/>
                </a:ext>
              </a:extLst>
            </p:cNvPr>
            <p:cNvSpPr/>
            <p:nvPr/>
          </p:nvSpPr>
          <p:spPr>
            <a:xfrm>
              <a:off x="10997184"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6" name="Shape 234">
              <a:extLst>
                <a:ext uri="{FF2B5EF4-FFF2-40B4-BE49-F238E27FC236}">
                  <a16:creationId xmlns:a16="http://schemas.microsoft.com/office/drawing/2014/main" id="{ABC1DADE-1D53-660F-C4D3-52B38D1FB1C5}"/>
                </a:ext>
              </a:extLst>
            </p:cNvPr>
            <p:cNvSpPr/>
            <p:nvPr/>
          </p:nvSpPr>
          <p:spPr>
            <a:xfrm>
              <a:off x="11338560"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7" name="Shape 235">
              <a:extLst>
                <a:ext uri="{FF2B5EF4-FFF2-40B4-BE49-F238E27FC236}">
                  <a16:creationId xmlns:a16="http://schemas.microsoft.com/office/drawing/2014/main" id="{0B64EDF5-28F0-87CF-A4B2-1FC296486081}"/>
                </a:ext>
              </a:extLst>
            </p:cNvPr>
            <p:cNvSpPr/>
            <p:nvPr/>
          </p:nvSpPr>
          <p:spPr>
            <a:xfrm>
              <a:off x="11679936"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8" name="Shape 236">
              <a:extLst>
                <a:ext uri="{FF2B5EF4-FFF2-40B4-BE49-F238E27FC236}">
                  <a16:creationId xmlns:a16="http://schemas.microsoft.com/office/drawing/2014/main" id="{87102114-71C8-ACF7-8017-9730ACF8E939}"/>
                </a:ext>
              </a:extLst>
            </p:cNvPr>
            <p:cNvSpPr/>
            <p:nvPr/>
          </p:nvSpPr>
          <p:spPr>
            <a:xfrm>
              <a:off x="12021312"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Shape 237">
              <a:extLst>
                <a:ext uri="{FF2B5EF4-FFF2-40B4-BE49-F238E27FC236}">
                  <a16:creationId xmlns:a16="http://schemas.microsoft.com/office/drawing/2014/main" id="{05FF5D9B-047D-4D61-1808-91D81FEBBB82}"/>
                </a:ext>
              </a:extLst>
            </p:cNvPr>
            <p:cNvSpPr/>
            <p:nvPr/>
          </p:nvSpPr>
          <p:spPr>
            <a:xfrm>
              <a:off x="12362688" y="6071616"/>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Shape 238">
              <a:extLst>
                <a:ext uri="{FF2B5EF4-FFF2-40B4-BE49-F238E27FC236}">
                  <a16:creationId xmlns:a16="http://schemas.microsoft.com/office/drawing/2014/main" id="{33A6B199-A10F-CD6B-7DB0-79FD82DFFBF9}"/>
                </a:ext>
              </a:extLst>
            </p:cNvPr>
            <p:cNvSpPr/>
            <p:nvPr/>
          </p:nvSpPr>
          <p:spPr>
            <a:xfrm>
              <a:off x="792480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Shape 239">
              <a:extLst>
                <a:ext uri="{FF2B5EF4-FFF2-40B4-BE49-F238E27FC236}">
                  <a16:creationId xmlns:a16="http://schemas.microsoft.com/office/drawing/2014/main" id="{985C8DD1-5A54-41C6-7816-80B37B1E632D}"/>
                </a:ext>
              </a:extLst>
            </p:cNvPr>
            <p:cNvSpPr/>
            <p:nvPr/>
          </p:nvSpPr>
          <p:spPr>
            <a:xfrm>
              <a:off x="826617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2" name="Shape 240">
              <a:extLst>
                <a:ext uri="{FF2B5EF4-FFF2-40B4-BE49-F238E27FC236}">
                  <a16:creationId xmlns:a16="http://schemas.microsoft.com/office/drawing/2014/main" id="{923B7D47-464E-70F3-3074-87218562B918}"/>
                </a:ext>
              </a:extLst>
            </p:cNvPr>
            <p:cNvSpPr/>
            <p:nvPr/>
          </p:nvSpPr>
          <p:spPr>
            <a:xfrm>
              <a:off x="860755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3" name="Shape 241">
              <a:extLst>
                <a:ext uri="{FF2B5EF4-FFF2-40B4-BE49-F238E27FC236}">
                  <a16:creationId xmlns:a16="http://schemas.microsoft.com/office/drawing/2014/main" id="{324850D9-9A38-17FD-310E-B4DA8FF0089C}"/>
                </a:ext>
              </a:extLst>
            </p:cNvPr>
            <p:cNvSpPr/>
            <p:nvPr/>
          </p:nvSpPr>
          <p:spPr>
            <a:xfrm>
              <a:off x="894892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Shape 242">
              <a:extLst>
                <a:ext uri="{FF2B5EF4-FFF2-40B4-BE49-F238E27FC236}">
                  <a16:creationId xmlns:a16="http://schemas.microsoft.com/office/drawing/2014/main" id="{0BDB749D-14A8-F4AE-BE15-0E181F88B4D1}"/>
                </a:ext>
              </a:extLst>
            </p:cNvPr>
            <p:cNvSpPr/>
            <p:nvPr/>
          </p:nvSpPr>
          <p:spPr>
            <a:xfrm>
              <a:off x="929030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Shape 243">
              <a:extLst>
                <a:ext uri="{FF2B5EF4-FFF2-40B4-BE49-F238E27FC236}">
                  <a16:creationId xmlns:a16="http://schemas.microsoft.com/office/drawing/2014/main" id="{0DCA5FB7-CB40-91E7-BE0A-D8E2E5AE098E}"/>
                </a:ext>
              </a:extLst>
            </p:cNvPr>
            <p:cNvSpPr/>
            <p:nvPr/>
          </p:nvSpPr>
          <p:spPr>
            <a:xfrm>
              <a:off x="963168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Shape 244">
              <a:extLst>
                <a:ext uri="{FF2B5EF4-FFF2-40B4-BE49-F238E27FC236}">
                  <a16:creationId xmlns:a16="http://schemas.microsoft.com/office/drawing/2014/main" id="{211FDB98-E358-DA17-B804-F5444B6ABCD0}"/>
                </a:ext>
              </a:extLst>
            </p:cNvPr>
            <p:cNvSpPr/>
            <p:nvPr/>
          </p:nvSpPr>
          <p:spPr>
            <a:xfrm>
              <a:off x="997305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Shape 245">
              <a:extLst>
                <a:ext uri="{FF2B5EF4-FFF2-40B4-BE49-F238E27FC236}">
                  <a16:creationId xmlns:a16="http://schemas.microsoft.com/office/drawing/2014/main" id="{80B1E361-FA89-39E0-88D2-4D7B390100C5}"/>
                </a:ext>
              </a:extLst>
            </p:cNvPr>
            <p:cNvSpPr/>
            <p:nvPr/>
          </p:nvSpPr>
          <p:spPr>
            <a:xfrm>
              <a:off x="1031443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Shape 246">
              <a:extLst>
                <a:ext uri="{FF2B5EF4-FFF2-40B4-BE49-F238E27FC236}">
                  <a16:creationId xmlns:a16="http://schemas.microsoft.com/office/drawing/2014/main" id="{831130F6-CF05-12DD-3009-4A7DA4BD7306}"/>
                </a:ext>
              </a:extLst>
            </p:cNvPr>
            <p:cNvSpPr/>
            <p:nvPr/>
          </p:nvSpPr>
          <p:spPr>
            <a:xfrm>
              <a:off x="1065580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9" name="Shape 247">
              <a:extLst>
                <a:ext uri="{FF2B5EF4-FFF2-40B4-BE49-F238E27FC236}">
                  <a16:creationId xmlns:a16="http://schemas.microsoft.com/office/drawing/2014/main" id="{1E2EFD4B-24F8-1A82-50F1-A1B5D69D70C2}"/>
                </a:ext>
              </a:extLst>
            </p:cNvPr>
            <p:cNvSpPr/>
            <p:nvPr/>
          </p:nvSpPr>
          <p:spPr>
            <a:xfrm>
              <a:off x="10997184"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0" name="Shape 248">
              <a:extLst>
                <a:ext uri="{FF2B5EF4-FFF2-40B4-BE49-F238E27FC236}">
                  <a16:creationId xmlns:a16="http://schemas.microsoft.com/office/drawing/2014/main" id="{AFBE2463-1F07-D73E-C6DA-CAF0384AC53F}"/>
                </a:ext>
              </a:extLst>
            </p:cNvPr>
            <p:cNvSpPr/>
            <p:nvPr/>
          </p:nvSpPr>
          <p:spPr>
            <a:xfrm>
              <a:off x="11338560"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Shape 249">
              <a:extLst>
                <a:ext uri="{FF2B5EF4-FFF2-40B4-BE49-F238E27FC236}">
                  <a16:creationId xmlns:a16="http://schemas.microsoft.com/office/drawing/2014/main" id="{C9612B4D-C929-5300-0D0E-70879114C75C}"/>
                </a:ext>
              </a:extLst>
            </p:cNvPr>
            <p:cNvSpPr/>
            <p:nvPr/>
          </p:nvSpPr>
          <p:spPr>
            <a:xfrm>
              <a:off x="11679936"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Shape 250">
              <a:extLst>
                <a:ext uri="{FF2B5EF4-FFF2-40B4-BE49-F238E27FC236}">
                  <a16:creationId xmlns:a16="http://schemas.microsoft.com/office/drawing/2014/main" id="{8C8FCA3A-5EEE-A309-31C3-3615D45979BB}"/>
                </a:ext>
              </a:extLst>
            </p:cNvPr>
            <p:cNvSpPr/>
            <p:nvPr/>
          </p:nvSpPr>
          <p:spPr>
            <a:xfrm>
              <a:off x="12021312"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Shape 251">
              <a:extLst>
                <a:ext uri="{FF2B5EF4-FFF2-40B4-BE49-F238E27FC236}">
                  <a16:creationId xmlns:a16="http://schemas.microsoft.com/office/drawing/2014/main" id="{7ABA4741-EC75-26D7-EBF3-D24861E3F1CF}"/>
                </a:ext>
              </a:extLst>
            </p:cNvPr>
            <p:cNvSpPr/>
            <p:nvPr/>
          </p:nvSpPr>
          <p:spPr>
            <a:xfrm>
              <a:off x="12362688" y="6412992"/>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Shape 252">
              <a:extLst>
                <a:ext uri="{FF2B5EF4-FFF2-40B4-BE49-F238E27FC236}">
                  <a16:creationId xmlns:a16="http://schemas.microsoft.com/office/drawing/2014/main" id="{7DBA3BFA-863D-4E7E-15B0-343725DAC74F}"/>
                </a:ext>
              </a:extLst>
            </p:cNvPr>
            <p:cNvSpPr/>
            <p:nvPr/>
          </p:nvSpPr>
          <p:spPr>
            <a:xfrm>
              <a:off x="792480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Shape 253">
              <a:extLst>
                <a:ext uri="{FF2B5EF4-FFF2-40B4-BE49-F238E27FC236}">
                  <a16:creationId xmlns:a16="http://schemas.microsoft.com/office/drawing/2014/main" id="{E89DAE2B-E084-15DF-C280-06C018E956B2}"/>
                </a:ext>
              </a:extLst>
            </p:cNvPr>
            <p:cNvSpPr/>
            <p:nvPr/>
          </p:nvSpPr>
          <p:spPr>
            <a:xfrm>
              <a:off x="826617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Shape 254">
              <a:extLst>
                <a:ext uri="{FF2B5EF4-FFF2-40B4-BE49-F238E27FC236}">
                  <a16:creationId xmlns:a16="http://schemas.microsoft.com/office/drawing/2014/main" id="{44F0273A-2519-8C79-095B-1191D370453F}"/>
                </a:ext>
              </a:extLst>
            </p:cNvPr>
            <p:cNvSpPr/>
            <p:nvPr/>
          </p:nvSpPr>
          <p:spPr>
            <a:xfrm>
              <a:off x="860755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Shape 255">
              <a:extLst>
                <a:ext uri="{FF2B5EF4-FFF2-40B4-BE49-F238E27FC236}">
                  <a16:creationId xmlns:a16="http://schemas.microsoft.com/office/drawing/2014/main" id="{B2C149A4-D58C-A853-4683-30556F773597}"/>
                </a:ext>
              </a:extLst>
            </p:cNvPr>
            <p:cNvSpPr/>
            <p:nvPr/>
          </p:nvSpPr>
          <p:spPr>
            <a:xfrm>
              <a:off x="894892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Shape 256">
              <a:extLst>
                <a:ext uri="{FF2B5EF4-FFF2-40B4-BE49-F238E27FC236}">
                  <a16:creationId xmlns:a16="http://schemas.microsoft.com/office/drawing/2014/main" id="{B959D1E6-C50E-1392-A0F5-6F9FB3D2F617}"/>
                </a:ext>
              </a:extLst>
            </p:cNvPr>
            <p:cNvSpPr/>
            <p:nvPr/>
          </p:nvSpPr>
          <p:spPr>
            <a:xfrm>
              <a:off x="929030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Shape 257">
              <a:extLst>
                <a:ext uri="{FF2B5EF4-FFF2-40B4-BE49-F238E27FC236}">
                  <a16:creationId xmlns:a16="http://schemas.microsoft.com/office/drawing/2014/main" id="{8C60EE88-BD4F-250A-A168-D6C90C6AF416}"/>
                </a:ext>
              </a:extLst>
            </p:cNvPr>
            <p:cNvSpPr/>
            <p:nvPr/>
          </p:nvSpPr>
          <p:spPr>
            <a:xfrm>
              <a:off x="963168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Shape 258">
              <a:extLst>
                <a:ext uri="{FF2B5EF4-FFF2-40B4-BE49-F238E27FC236}">
                  <a16:creationId xmlns:a16="http://schemas.microsoft.com/office/drawing/2014/main" id="{25DDD854-C32E-047A-2291-F72B5B00C5C0}"/>
                </a:ext>
              </a:extLst>
            </p:cNvPr>
            <p:cNvSpPr/>
            <p:nvPr/>
          </p:nvSpPr>
          <p:spPr>
            <a:xfrm>
              <a:off x="997305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Shape 259">
              <a:extLst>
                <a:ext uri="{FF2B5EF4-FFF2-40B4-BE49-F238E27FC236}">
                  <a16:creationId xmlns:a16="http://schemas.microsoft.com/office/drawing/2014/main" id="{549B1254-4E69-C8E6-7331-4C9A4BACD510}"/>
                </a:ext>
              </a:extLst>
            </p:cNvPr>
            <p:cNvSpPr/>
            <p:nvPr/>
          </p:nvSpPr>
          <p:spPr>
            <a:xfrm>
              <a:off x="1031443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Shape 260">
              <a:extLst>
                <a:ext uri="{FF2B5EF4-FFF2-40B4-BE49-F238E27FC236}">
                  <a16:creationId xmlns:a16="http://schemas.microsoft.com/office/drawing/2014/main" id="{87B53C00-69B6-495D-ED35-34DD92E1670E}"/>
                </a:ext>
              </a:extLst>
            </p:cNvPr>
            <p:cNvSpPr/>
            <p:nvPr/>
          </p:nvSpPr>
          <p:spPr>
            <a:xfrm>
              <a:off x="1065580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Shape 261">
              <a:extLst>
                <a:ext uri="{FF2B5EF4-FFF2-40B4-BE49-F238E27FC236}">
                  <a16:creationId xmlns:a16="http://schemas.microsoft.com/office/drawing/2014/main" id="{B5318F07-2E90-1269-44CD-51453AEEB4B6}"/>
                </a:ext>
              </a:extLst>
            </p:cNvPr>
            <p:cNvSpPr/>
            <p:nvPr/>
          </p:nvSpPr>
          <p:spPr>
            <a:xfrm>
              <a:off x="10997184"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Shape 262">
              <a:extLst>
                <a:ext uri="{FF2B5EF4-FFF2-40B4-BE49-F238E27FC236}">
                  <a16:creationId xmlns:a16="http://schemas.microsoft.com/office/drawing/2014/main" id="{F978E593-6674-D39E-C3E2-4D49CABC4E31}"/>
                </a:ext>
              </a:extLst>
            </p:cNvPr>
            <p:cNvSpPr/>
            <p:nvPr/>
          </p:nvSpPr>
          <p:spPr>
            <a:xfrm>
              <a:off x="11338560"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Shape 263">
              <a:extLst>
                <a:ext uri="{FF2B5EF4-FFF2-40B4-BE49-F238E27FC236}">
                  <a16:creationId xmlns:a16="http://schemas.microsoft.com/office/drawing/2014/main" id="{7F4FB282-2DE4-EA85-45CB-BEABE8DCE338}"/>
                </a:ext>
              </a:extLst>
            </p:cNvPr>
            <p:cNvSpPr/>
            <p:nvPr/>
          </p:nvSpPr>
          <p:spPr>
            <a:xfrm>
              <a:off x="11679936"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Shape 264">
              <a:extLst>
                <a:ext uri="{FF2B5EF4-FFF2-40B4-BE49-F238E27FC236}">
                  <a16:creationId xmlns:a16="http://schemas.microsoft.com/office/drawing/2014/main" id="{CC8529AB-F4C4-8374-C418-8E1714551ED7}"/>
                </a:ext>
              </a:extLst>
            </p:cNvPr>
            <p:cNvSpPr/>
            <p:nvPr/>
          </p:nvSpPr>
          <p:spPr>
            <a:xfrm>
              <a:off x="12021312"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Shape 265">
              <a:extLst>
                <a:ext uri="{FF2B5EF4-FFF2-40B4-BE49-F238E27FC236}">
                  <a16:creationId xmlns:a16="http://schemas.microsoft.com/office/drawing/2014/main" id="{278F7E07-450E-AB16-24EB-E500DC74328E}"/>
                </a:ext>
              </a:extLst>
            </p:cNvPr>
            <p:cNvSpPr/>
            <p:nvPr/>
          </p:nvSpPr>
          <p:spPr>
            <a:xfrm>
              <a:off x="12362688" y="6754368"/>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8" name="Shape 266">
            <a:extLst>
              <a:ext uri="{FF2B5EF4-FFF2-40B4-BE49-F238E27FC236}">
                <a16:creationId xmlns:a16="http://schemas.microsoft.com/office/drawing/2014/main" id="{FD6CBF5D-788D-1E3A-AEA1-280ACDD44F9E}"/>
              </a:ext>
            </a:extLst>
          </p:cNvPr>
          <p:cNvSpPr/>
          <p:nvPr/>
        </p:nvSpPr>
        <p:spPr>
          <a:xfrm>
            <a:off x="792480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Shape 267">
            <a:extLst>
              <a:ext uri="{FF2B5EF4-FFF2-40B4-BE49-F238E27FC236}">
                <a16:creationId xmlns:a16="http://schemas.microsoft.com/office/drawing/2014/main" id="{820CDCB4-EBA1-E07C-6336-0E7F287E0913}"/>
              </a:ext>
            </a:extLst>
          </p:cNvPr>
          <p:cNvSpPr/>
          <p:nvPr/>
        </p:nvSpPr>
        <p:spPr>
          <a:xfrm>
            <a:off x="826617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Shape 268">
            <a:extLst>
              <a:ext uri="{FF2B5EF4-FFF2-40B4-BE49-F238E27FC236}">
                <a16:creationId xmlns:a16="http://schemas.microsoft.com/office/drawing/2014/main" id="{F4E3B3B9-8401-C699-F7F4-B3A2DE1EFB93}"/>
              </a:ext>
            </a:extLst>
          </p:cNvPr>
          <p:cNvSpPr/>
          <p:nvPr/>
        </p:nvSpPr>
        <p:spPr>
          <a:xfrm>
            <a:off x="860755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Shape 269">
            <a:extLst>
              <a:ext uri="{FF2B5EF4-FFF2-40B4-BE49-F238E27FC236}">
                <a16:creationId xmlns:a16="http://schemas.microsoft.com/office/drawing/2014/main" id="{B032E177-DA91-8E3D-F441-440E653D8417}"/>
              </a:ext>
            </a:extLst>
          </p:cNvPr>
          <p:cNvSpPr/>
          <p:nvPr/>
        </p:nvSpPr>
        <p:spPr>
          <a:xfrm>
            <a:off x="894892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Shape 270">
            <a:extLst>
              <a:ext uri="{FF2B5EF4-FFF2-40B4-BE49-F238E27FC236}">
                <a16:creationId xmlns:a16="http://schemas.microsoft.com/office/drawing/2014/main" id="{39146675-9561-CC61-8E07-58C7449D58CC}"/>
              </a:ext>
            </a:extLst>
          </p:cNvPr>
          <p:cNvSpPr/>
          <p:nvPr/>
        </p:nvSpPr>
        <p:spPr>
          <a:xfrm>
            <a:off x="929030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Shape 271">
            <a:extLst>
              <a:ext uri="{FF2B5EF4-FFF2-40B4-BE49-F238E27FC236}">
                <a16:creationId xmlns:a16="http://schemas.microsoft.com/office/drawing/2014/main" id="{4FE8DEC8-8532-213B-B3D6-67DE1BC2779D}"/>
              </a:ext>
            </a:extLst>
          </p:cNvPr>
          <p:cNvSpPr/>
          <p:nvPr/>
        </p:nvSpPr>
        <p:spPr>
          <a:xfrm>
            <a:off x="963168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Shape 272">
            <a:extLst>
              <a:ext uri="{FF2B5EF4-FFF2-40B4-BE49-F238E27FC236}">
                <a16:creationId xmlns:a16="http://schemas.microsoft.com/office/drawing/2014/main" id="{ECA47FC7-F423-50FC-4452-C70F9FD34962}"/>
              </a:ext>
            </a:extLst>
          </p:cNvPr>
          <p:cNvSpPr/>
          <p:nvPr/>
        </p:nvSpPr>
        <p:spPr>
          <a:xfrm>
            <a:off x="997305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Shape 273">
            <a:extLst>
              <a:ext uri="{FF2B5EF4-FFF2-40B4-BE49-F238E27FC236}">
                <a16:creationId xmlns:a16="http://schemas.microsoft.com/office/drawing/2014/main" id="{CD25564F-9A18-F51A-EAC0-1C9A38C00B85}"/>
              </a:ext>
            </a:extLst>
          </p:cNvPr>
          <p:cNvSpPr/>
          <p:nvPr/>
        </p:nvSpPr>
        <p:spPr>
          <a:xfrm>
            <a:off x="1031443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Shape 274">
            <a:extLst>
              <a:ext uri="{FF2B5EF4-FFF2-40B4-BE49-F238E27FC236}">
                <a16:creationId xmlns:a16="http://schemas.microsoft.com/office/drawing/2014/main" id="{B200D979-E28E-6C70-FC84-7C5E08215E32}"/>
              </a:ext>
            </a:extLst>
          </p:cNvPr>
          <p:cNvSpPr/>
          <p:nvPr/>
        </p:nvSpPr>
        <p:spPr>
          <a:xfrm>
            <a:off x="1065580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Shape 275">
            <a:extLst>
              <a:ext uri="{FF2B5EF4-FFF2-40B4-BE49-F238E27FC236}">
                <a16:creationId xmlns:a16="http://schemas.microsoft.com/office/drawing/2014/main" id="{0853B3A3-1741-B33A-D8C7-5C82C486B8B3}"/>
              </a:ext>
            </a:extLst>
          </p:cNvPr>
          <p:cNvSpPr/>
          <p:nvPr/>
        </p:nvSpPr>
        <p:spPr>
          <a:xfrm>
            <a:off x="10997184"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Shape 276">
            <a:extLst>
              <a:ext uri="{FF2B5EF4-FFF2-40B4-BE49-F238E27FC236}">
                <a16:creationId xmlns:a16="http://schemas.microsoft.com/office/drawing/2014/main" id="{E3532E2F-5EA7-1003-9F9C-4DE7272582BB}"/>
              </a:ext>
            </a:extLst>
          </p:cNvPr>
          <p:cNvSpPr/>
          <p:nvPr/>
        </p:nvSpPr>
        <p:spPr>
          <a:xfrm>
            <a:off x="11338560"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Shape 277">
            <a:extLst>
              <a:ext uri="{FF2B5EF4-FFF2-40B4-BE49-F238E27FC236}">
                <a16:creationId xmlns:a16="http://schemas.microsoft.com/office/drawing/2014/main" id="{4789C69D-EDEF-86B4-8771-BF76FF188478}"/>
              </a:ext>
            </a:extLst>
          </p:cNvPr>
          <p:cNvSpPr/>
          <p:nvPr/>
        </p:nvSpPr>
        <p:spPr>
          <a:xfrm>
            <a:off x="11679936"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Shape 278">
            <a:extLst>
              <a:ext uri="{FF2B5EF4-FFF2-40B4-BE49-F238E27FC236}">
                <a16:creationId xmlns:a16="http://schemas.microsoft.com/office/drawing/2014/main" id="{AA7588C1-6FE1-3601-12F2-92ECC19B5E02}"/>
              </a:ext>
            </a:extLst>
          </p:cNvPr>
          <p:cNvSpPr/>
          <p:nvPr/>
        </p:nvSpPr>
        <p:spPr>
          <a:xfrm>
            <a:off x="12021312"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Shape 279">
            <a:extLst>
              <a:ext uri="{FF2B5EF4-FFF2-40B4-BE49-F238E27FC236}">
                <a16:creationId xmlns:a16="http://schemas.microsoft.com/office/drawing/2014/main" id="{56C7012C-E13D-4AD7-C3C2-DEC02CE0C06D}"/>
              </a:ext>
            </a:extLst>
          </p:cNvPr>
          <p:cNvSpPr/>
          <p:nvPr/>
        </p:nvSpPr>
        <p:spPr>
          <a:xfrm>
            <a:off x="12362688" y="7095744"/>
            <a:ext cx="48768" cy="48768"/>
          </a:xfrm>
          <a:prstGeom prst="ellipse">
            <a:avLst/>
          </a:prstGeom>
          <a:solidFill>
            <a:srgbClr val="3A5A7A"/>
          </a:solidFill>
          <a:ln w="12700">
            <a:solidFill>
              <a:srgbClr val="3A5A7A"/>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Text 280">
            <a:extLst>
              <a:ext uri="{FF2B5EF4-FFF2-40B4-BE49-F238E27FC236}">
                <a16:creationId xmlns:a16="http://schemas.microsoft.com/office/drawing/2014/main" id="{48E2F218-23E0-0842-3804-FD92105D6229}"/>
              </a:ext>
            </a:extLst>
          </p:cNvPr>
          <p:cNvSpPr/>
          <p:nvPr/>
        </p:nvSpPr>
        <p:spPr>
          <a:xfrm>
            <a:off x="548640" y="341376"/>
            <a:ext cx="4876800" cy="268224"/>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33" b="1" i="0" u="none" strike="noStrike" kern="0" cap="none" spc="400" normalizeH="0" baseline="0" noProof="0" dirty="0">
                <a:ln>
                  <a:noFill/>
                </a:ln>
                <a:solidFill>
                  <a:srgbClr val="00C8E8"/>
                </a:solidFill>
                <a:effectLst/>
                <a:uLnTx/>
                <a:uFillTx/>
                <a:latin typeface="Calibri" pitchFamily="34" charset="0"/>
                <a:ea typeface="Calibri" pitchFamily="34" charset="-122"/>
                <a:cs typeface="Calibri" pitchFamily="34" charset="-120"/>
              </a:rPr>
              <a:t>SECTION E — </a:t>
            </a:r>
            <a:r>
              <a:rPr lang="en-US" sz="933" b="1" kern="0" spc="400" dirty="0">
                <a:solidFill>
                  <a:srgbClr val="00C8E8"/>
                </a:solidFill>
                <a:latin typeface="Calibri" pitchFamily="34" charset="0"/>
                <a:ea typeface="Calibri" pitchFamily="34" charset="-122"/>
                <a:cs typeface="Calibri" pitchFamily="34" charset="-120"/>
              </a:rPr>
              <a:t>CONCLUSION</a:t>
            </a:r>
            <a:endParaRPr kumimoji="0" lang="en-US" sz="9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3" name="Text 281">
            <a:extLst>
              <a:ext uri="{FF2B5EF4-FFF2-40B4-BE49-F238E27FC236}">
                <a16:creationId xmlns:a16="http://schemas.microsoft.com/office/drawing/2014/main" id="{22449F60-6119-9F2A-83EB-7C7E8DFD3CBC}"/>
              </a:ext>
            </a:extLst>
          </p:cNvPr>
          <p:cNvSpPr/>
          <p:nvPr/>
        </p:nvSpPr>
        <p:spPr>
          <a:xfrm>
            <a:off x="548640" y="2743200"/>
            <a:ext cx="6150525"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Conclusion</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4" name="Shape 282">
            <a:extLst>
              <a:ext uri="{FF2B5EF4-FFF2-40B4-BE49-F238E27FC236}">
                <a16:creationId xmlns:a16="http://schemas.microsoft.com/office/drawing/2014/main" id="{2915FB37-2602-06ED-3046-A5D41A6C686E}"/>
              </a:ext>
            </a:extLst>
          </p:cNvPr>
          <p:cNvSpPr/>
          <p:nvPr/>
        </p:nvSpPr>
        <p:spPr>
          <a:xfrm>
            <a:off x="616374" y="3584788"/>
            <a:ext cx="365760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Shape 307">
            <a:extLst>
              <a:ext uri="{FF2B5EF4-FFF2-40B4-BE49-F238E27FC236}">
                <a16:creationId xmlns:a16="http://schemas.microsoft.com/office/drawing/2014/main" id="{EF22B349-3848-56E6-CB22-44FDAD825D6A}"/>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0" name="Text 308">
            <a:extLst>
              <a:ext uri="{FF2B5EF4-FFF2-40B4-BE49-F238E27FC236}">
                <a16:creationId xmlns:a16="http://schemas.microsoft.com/office/drawing/2014/main" id="{8DFF9DFC-6FAF-81D0-1E16-8EEE7C6F394E}"/>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6411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a:extLst>
            <a:ext uri="{FF2B5EF4-FFF2-40B4-BE49-F238E27FC236}">
              <a16:creationId xmlns:a16="http://schemas.microsoft.com/office/drawing/2014/main" id="{4E7E8D82-5B9F-B16A-C83C-8868BED813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69B7A8F-FE17-CF4F-D7A1-8E928F004949}"/>
              </a:ext>
            </a:extLst>
          </p:cNvPr>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E — CONCLUSION</a:t>
            </a:r>
            <a:endParaRPr lang="en-US" sz="933" dirty="0">
              <a:solidFill>
                <a:prstClr val="black"/>
              </a:solidFill>
            </a:endParaRPr>
          </a:p>
        </p:txBody>
      </p:sp>
      <p:sp>
        <p:nvSpPr>
          <p:cNvPr id="3" name="Text 1">
            <a:extLst>
              <a:ext uri="{FF2B5EF4-FFF2-40B4-BE49-F238E27FC236}">
                <a16:creationId xmlns:a16="http://schemas.microsoft.com/office/drawing/2014/main" id="{BF917BB1-5A3A-51C6-602B-D7E6F45DF50F}"/>
              </a:ext>
            </a:extLst>
          </p:cNvPr>
          <p:cNvSpPr/>
          <p:nvPr/>
        </p:nvSpPr>
        <p:spPr>
          <a:xfrm>
            <a:off x="548640" y="707136"/>
            <a:ext cx="11094720" cy="853440"/>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3733"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Conclusion</a:t>
            </a:r>
            <a:endParaRPr kumimoji="0" lang="en-US" sz="37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F68A1E79-CC69-D4E4-5235-B56A3672C8FF}"/>
              </a:ext>
            </a:extLst>
          </p:cNvPr>
          <p:cNvSpPr/>
          <p:nvPr/>
        </p:nvSpPr>
        <p:spPr>
          <a:xfrm>
            <a:off x="548640" y="1645920"/>
            <a:ext cx="3901440" cy="30480"/>
          </a:xfrm>
          <a:prstGeom prst="rect">
            <a:avLst/>
          </a:prstGeom>
          <a:solidFill>
            <a:srgbClr val="00C8E8"/>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 name="Group 32">
            <a:extLst>
              <a:ext uri="{FF2B5EF4-FFF2-40B4-BE49-F238E27FC236}">
                <a16:creationId xmlns:a16="http://schemas.microsoft.com/office/drawing/2014/main" id="{E6E85566-CC31-E1EC-7E2C-F56F38584A05}"/>
              </a:ext>
            </a:extLst>
          </p:cNvPr>
          <p:cNvGrpSpPr/>
          <p:nvPr/>
        </p:nvGrpSpPr>
        <p:grpSpPr>
          <a:xfrm>
            <a:off x="430784" y="4414692"/>
            <a:ext cx="11212576" cy="1543269"/>
            <a:chOff x="7802880" y="1889760"/>
            <a:chExt cx="3840480" cy="999744"/>
          </a:xfrm>
        </p:grpSpPr>
        <p:sp>
          <p:nvSpPr>
            <p:cNvPr id="6" name="Shape 3">
              <a:extLst>
                <a:ext uri="{FF2B5EF4-FFF2-40B4-BE49-F238E27FC236}">
                  <a16:creationId xmlns:a16="http://schemas.microsoft.com/office/drawing/2014/main" id="{32384C92-8BF5-3E1A-9915-58E4A4F5751F}"/>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8D45CF98-75A9-20F7-0925-8B0909BE1C84}"/>
                </a:ext>
              </a:extLst>
            </p:cNvPr>
            <p:cNvSpPr/>
            <p:nvPr/>
          </p:nvSpPr>
          <p:spPr>
            <a:xfrm>
              <a:off x="7802880" y="1889760"/>
              <a:ext cx="67056" cy="999744"/>
            </a:xfrm>
            <a:prstGeom prst="rect">
              <a:avLst/>
            </a:prstGeom>
            <a:solidFill>
              <a:srgbClr val="FF000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a:extLst>
                <a:ext uri="{FF2B5EF4-FFF2-40B4-BE49-F238E27FC236}">
                  <a16:creationId xmlns:a16="http://schemas.microsoft.com/office/drawing/2014/main" id="{34183EB8-99CD-F145-EC4F-92029DD93530}"/>
                </a:ext>
              </a:extLst>
            </p:cNvPr>
            <p:cNvSpPr/>
            <p:nvPr/>
          </p:nvSpPr>
          <p:spPr>
            <a:xfrm>
              <a:off x="7904959" y="1938528"/>
              <a:ext cx="3555521" cy="9509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For dense cities like Hong Kong, </a:t>
              </a:r>
              <a:r>
                <a:rPr kumimoji="0" lang="en-US" sz="1400" b="1"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Framework 1 (VG + Dijkstra) </a:t>
              </a: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is the more practical choice for city-scale UAM routing — lower compute per route, sparse graph, reusable NFZ geometry.</a:t>
              </a:r>
            </a:p>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400" b="1"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Framework 2 (buffer + A)* </a:t>
              </a: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is better when minimum distance matters and heavy offline compute is acceptable (local corridors, pre-flight optimization).</a:t>
              </a:r>
              <a:endParaRPr kumimoji="0" lang="en-US" sz="140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2" name="Shape 19">
            <a:extLst>
              <a:ext uri="{FF2B5EF4-FFF2-40B4-BE49-F238E27FC236}">
                <a16:creationId xmlns:a16="http://schemas.microsoft.com/office/drawing/2014/main" id="{6A41F151-D509-2B81-2BE2-031B029DC287}"/>
              </a:ext>
            </a:extLst>
          </p:cNvPr>
          <p:cNvSpPr/>
          <p:nvPr/>
        </p:nvSpPr>
        <p:spPr>
          <a:xfrm>
            <a:off x="0" y="6583681"/>
            <a:ext cx="12192000" cy="9753"/>
          </a:xfrm>
          <a:prstGeom prst="rect">
            <a:avLst/>
          </a:prstGeom>
          <a:solidFill>
            <a:srgbClr val="1A3560"/>
          </a:solidFill>
          <a:ln w="12700">
            <a:solidFill>
              <a:srgbClr val="1A3560"/>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a:extLst>
              <a:ext uri="{FF2B5EF4-FFF2-40B4-BE49-F238E27FC236}">
                <a16:creationId xmlns:a16="http://schemas.microsoft.com/office/drawing/2014/main" id="{AF0BB776-B33D-0DB8-CAAF-B09F85C6681D}"/>
              </a:ext>
            </a:extLst>
          </p:cNvPr>
          <p:cNvSpPr/>
          <p:nvPr/>
        </p:nvSpPr>
        <p:spPr>
          <a:xfrm>
            <a:off x="548640" y="6595872"/>
            <a:ext cx="9753600" cy="21945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3A5A7A"/>
                </a:solidFill>
                <a:effectLst/>
                <a:uLnTx/>
                <a:uFillTx/>
                <a:latin typeface="Calibri" pitchFamily="34" charset="0"/>
                <a:ea typeface="Calibri" pitchFamily="34" charset="-122"/>
                <a:cs typeface="Calibri" pitchFamily="34" charset="-120"/>
              </a:rPr>
              <a:t>COMPARATIVE FRAMEWORKS FOR 3D URBAN PATH PLANNING  |  CAPSTONE PRESENTATION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9" name="Table 0">
            <a:extLst>
              <a:ext uri="{FF2B5EF4-FFF2-40B4-BE49-F238E27FC236}">
                <a16:creationId xmlns:a16="http://schemas.microsoft.com/office/drawing/2014/main" id="{F2A043C9-B4D0-2FBA-306E-50056B7A408D}"/>
              </a:ext>
            </a:extLst>
          </p:cNvPr>
          <p:cNvGraphicFramePr>
            <a:graphicFrameLocks noGrp="1"/>
          </p:cNvGraphicFramePr>
          <p:nvPr>
            <p:extLst>
              <p:ext uri="{D42A27DB-BD31-4B8C-83A1-F6EECF244321}">
                <p14:modId xmlns:p14="http://schemas.microsoft.com/office/powerpoint/2010/main" val="2771969755"/>
              </p:ext>
            </p:extLst>
          </p:nvPr>
        </p:nvGraphicFramePr>
        <p:xfrm>
          <a:off x="430784" y="1879347"/>
          <a:ext cx="11212576" cy="2194560"/>
        </p:xfrm>
        <a:graphic>
          <a:graphicData uri="http://schemas.openxmlformats.org/drawingml/2006/table">
            <a:tbl>
              <a:tblPr/>
              <a:tblGrid>
                <a:gridCol w="4396923">
                  <a:extLst>
                    <a:ext uri="{9D8B030D-6E8A-4147-A177-3AD203B41FA5}">
                      <a16:colId xmlns:a16="http://schemas.microsoft.com/office/drawing/2014/main" val="20000"/>
                    </a:ext>
                  </a:extLst>
                </a:gridCol>
                <a:gridCol w="6815653">
                  <a:extLst>
                    <a:ext uri="{9D8B030D-6E8A-4147-A177-3AD203B41FA5}">
                      <a16:colId xmlns:a16="http://schemas.microsoft.com/office/drawing/2014/main" val="20001"/>
                    </a:ext>
                  </a:extLst>
                </a:gridCol>
              </a:tblGrid>
              <a:tr h="548640">
                <a:tc>
                  <a:txBody>
                    <a:bodyPr/>
                    <a:lstStyle/>
                    <a:p>
                      <a:pPr algn="l" fontAlgn="t">
                        <a:buNone/>
                      </a:pPr>
                      <a:r>
                        <a:rPr lang="en-US" sz="1400" b="1" dirty="0">
                          <a:solidFill>
                            <a:schemeClr val="bg1"/>
                          </a:solidFill>
                          <a:effectLst/>
                        </a:rPr>
                        <a:t>Problem</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tc>
                  <a:txBody>
                    <a:bodyPr/>
                    <a:lstStyle/>
                    <a:p>
                      <a:pPr algn="l" fontAlgn="t">
                        <a:buNone/>
                      </a:pPr>
                      <a:r>
                        <a:rPr lang="en-US" sz="1400" b="1" dirty="0">
                          <a:solidFill>
                            <a:schemeClr val="bg1"/>
                          </a:solidFill>
                          <a:effectLst/>
                        </a:rPr>
                        <a:t>What we tested</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0C8E8">
                        <a:alpha val="85000"/>
                      </a:srgbClr>
                    </a:solidFill>
                  </a:tcPr>
                </a:tc>
                <a:extLst>
                  <a:ext uri="{0D108BD9-81ED-4DB2-BD59-A6C34878D82A}">
                    <a16:rowId xmlns:a16="http://schemas.microsoft.com/office/drawing/2014/main" val="10000"/>
                  </a:ext>
                </a:extLst>
              </a:tr>
              <a:tr h="548640">
                <a:tc>
                  <a:txBody>
                    <a:bodyPr/>
                    <a:lstStyle/>
                    <a:p>
                      <a:pPr algn="l" fontAlgn="t" latinLnBrk="0">
                        <a:buNone/>
                      </a:pPr>
                      <a:r>
                        <a:rPr lang="en-US" sz="1400">
                          <a:solidFill>
                            <a:schemeClr val="bg1"/>
                          </a:solidFill>
                          <a:effectLst/>
                        </a:rPr>
                        <a:t>Dense urban cores: tight corridors, high buildings, strict NFZ</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tc>
                  <a:txBody>
                    <a:bodyPr/>
                    <a:lstStyle/>
                    <a:p>
                      <a:pPr algn="l" fontAlgn="t" latinLnBrk="0">
                        <a:buNone/>
                      </a:pPr>
                      <a:r>
                        <a:rPr lang="en-US" sz="1400">
                          <a:solidFill>
                            <a:schemeClr val="bg1"/>
                          </a:solidFill>
                          <a:effectLst/>
                        </a:rPr>
                        <a:t>Same demo city (</a:t>
                      </a:r>
                      <a:r>
                        <a:rPr lang="en-US" sz="1400">
                          <a:solidFill>
                            <a:schemeClr val="bg1"/>
                          </a:solidFill>
                          <a:effectLst/>
                          <a:latin typeface="Consolas" panose="020B0609020204030204" pitchFamily="49" charset="0"/>
                        </a:rPr>
                        <a:t>3d_structure</a:t>
                      </a:r>
                      <a:r>
                        <a:rPr lang="en-US" sz="1400">
                          <a:solidFill>
                            <a:schemeClr val="bg1"/>
                          </a:solidFill>
                          <a:effectLst/>
                        </a:rPr>
                        <a:t>), </a:t>
                      </a:r>
                      <a:r>
                        <a:rPr lang="en-US" sz="1400" b="1">
                          <a:solidFill>
                            <a:schemeClr val="bg1"/>
                          </a:solidFill>
                          <a:effectLst/>
                        </a:rPr>
                        <a:t>5 OD pairs</a:t>
                      </a:r>
                      <a:endParaRPr lang="en-US" sz="1400">
                        <a:solidFill>
                          <a:schemeClr val="bg1"/>
                        </a:solidFill>
                        <a:effectLst/>
                      </a:endParaRP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122848"/>
                    </a:solidFill>
                  </a:tcPr>
                </a:tc>
                <a:extLst>
                  <a:ext uri="{0D108BD9-81ED-4DB2-BD59-A6C34878D82A}">
                    <a16:rowId xmlns:a16="http://schemas.microsoft.com/office/drawing/2014/main" val="10001"/>
                  </a:ext>
                </a:extLst>
              </a:tr>
              <a:tr h="548640">
                <a:tc rowSpan="2">
                  <a:txBody>
                    <a:bodyPr/>
                    <a:lstStyle/>
                    <a:p>
                      <a:pPr algn="l" fontAlgn="t" latinLnBrk="0">
                        <a:buNone/>
                      </a:pPr>
                      <a:r>
                        <a:rPr lang="en-US" sz="1400" dirty="0">
                          <a:solidFill>
                            <a:schemeClr val="bg1"/>
                          </a:solidFill>
                          <a:effectLst/>
                        </a:rPr>
                        <a:t>Need safe 3D routes with tunable clearance</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400" b="1">
                          <a:solidFill>
                            <a:schemeClr val="bg1"/>
                          </a:solidFill>
                          <a:effectLst/>
                        </a:rPr>
                        <a:t>Framework 1:</a:t>
                      </a:r>
                      <a:r>
                        <a:rPr lang="en-US" sz="1400">
                          <a:solidFill>
                            <a:schemeClr val="bg1"/>
                          </a:solidFill>
                          <a:effectLst/>
                        </a:rPr>
                        <a:t> cuboids → NFZ → </a:t>
                      </a:r>
                      <a:r>
                        <a:rPr lang="en-US" sz="1400" b="1">
                          <a:solidFill>
                            <a:schemeClr val="bg1"/>
                          </a:solidFill>
                          <a:effectLst/>
                        </a:rPr>
                        <a:t>VG + Dijkstra</a:t>
                      </a:r>
                      <a:endParaRPr lang="en-US" sz="1400">
                        <a:solidFill>
                          <a:schemeClr val="bg1"/>
                        </a:solidFill>
                        <a:effectLst/>
                      </a:endParaRP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0002"/>
                  </a:ext>
                </a:extLst>
              </a:tr>
              <a:tr h="548640">
                <a:tc vMerge="1">
                  <a:txBody>
                    <a:bodyPr/>
                    <a:lstStyle/>
                    <a:p>
                      <a:pPr algn="l" fontAlgn="t">
                        <a:buNone/>
                      </a:pPr>
                      <a:endParaRPr lang="en-US" sz="1400" dirty="0">
                        <a:solidFill>
                          <a:schemeClr val="bg1"/>
                        </a:solidFill>
                        <a:effectLst/>
                      </a:endParaRP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tc>
                  <a:txBody>
                    <a:bodyPr/>
                    <a:lstStyle/>
                    <a:p>
                      <a:pPr algn="l" fontAlgn="t" latinLnBrk="0">
                        <a:buNone/>
                      </a:pPr>
                      <a:r>
                        <a:rPr lang="en-US" sz="1400" b="1" dirty="0">
                          <a:solidFill>
                            <a:schemeClr val="bg1"/>
                          </a:solidFill>
                          <a:effectLst/>
                        </a:rPr>
                        <a:t>Framework 2:</a:t>
                      </a:r>
                      <a:r>
                        <a:rPr lang="en-US" sz="1400" dirty="0">
                          <a:solidFill>
                            <a:schemeClr val="bg1"/>
                          </a:solidFill>
                          <a:effectLst/>
                        </a:rPr>
                        <a:t> </a:t>
                      </a:r>
                      <a:r>
                        <a:rPr lang="en-US" sz="1400" b="1" dirty="0">
                          <a:solidFill>
                            <a:schemeClr val="bg1"/>
                          </a:solidFill>
                          <a:effectLst/>
                        </a:rPr>
                        <a:t>H → B buffer</a:t>
                      </a:r>
                      <a:r>
                        <a:rPr lang="en-US" sz="1400" dirty="0">
                          <a:solidFill>
                            <a:schemeClr val="bg1"/>
                          </a:solidFill>
                          <a:effectLst/>
                        </a:rPr>
                        <a:t> → </a:t>
                      </a:r>
                      <a:r>
                        <a:rPr lang="en-US" sz="1400" b="1" dirty="0">
                          <a:solidFill>
                            <a:schemeClr val="bg1"/>
                          </a:solidFill>
                          <a:effectLst/>
                        </a:rPr>
                        <a:t>3D A</a:t>
                      </a:r>
                      <a:r>
                        <a:rPr lang="en-US" sz="1400" dirty="0">
                          <a:solidFill>
                            <a:schemeClr val="bg1"/>
                          </a:solidFill>
                          <a:effectLst/>
                        </a:rPr>
                        <a:t>*</a:t>
                      </a:r>
                    </a:p>
                  </a:txBody>
                  <a:tcPr marL="68580" marR="68580" marT="38100" marB="38100">
                    <a:lnL w="6350" cap="flat" cmpd="sng" algn="ctr">
                      <a:solidFill>
                        <a:srgbClr val="1A3560"/>
                      </a:solidFill>
                      <a:prstDash val="solid"/>
                      <a:round/>
                      <a:headEnd type="none" w="med" len="med"/>
                      <a:tailEnd type="none" w="med" len="med"/>
                    </a:lnL>
                    <a:lnR w="6350" cap="flat" cmpd="sng" algn="ctr">
                      <a:solidFill>
                        <a:srgbClr val="1A3560"/>
                      </a:solidFill>
                      <a:prstDash val="solid"/>
                      <a:round/>
                      <a:headEnd type="none" w="med" len="med"/>
                      <a:tailEnd type="none" w="med" len="med"/>
                    </a:lnR>
                    <a:lnT w="6350" cap="flat" cmpd="sng" algn="ctr">
                      <a:solidFill>
                        <a:srgbClr val="1A3560"/>
                      </a:solidFill>
                      <a:prstDash val="solid"/>
                      <a:round/>
                      <a:headEnd type="none" w="med" len="med"/>
                      <a:tailEnd type="none" w="med" len="med"/>
                    </a:lnT>
                    <a:lnB w="6350" cap="flat" cmpd="sng" algn="ctr">
                      <a:solidFill>
                        <a:srgbClr val="1A3560"/>
                      </a:solidFill>
                      <a:prstDash val="solid"/>
                      <a:round/>
                      <a:headEnd type="none" w="med" len="med"/>
                      <a:tailEnd type="none" w="med" len="med"/>
                    </a:lnB>
                    <a:solidFill>
                      <a:srgbClr val="0C1E38"/>
                    </a:solidFill>
                  </a:tcPr>
                </a:tc>
                <a:extLst>
                  <a:ext uri="{0D108BD9-81ED-4DB2-BD59-A6C34878D82A}">
                    <a16:rowId xmlns:a16="http://schemas.microsoft.com/office/drawing/2014/main" val="1251567039"/>
                  </a:ext>
                </a:extLst>
              </a:tr>
            </a:tbl>
          </a:graphicData>
        </a:graphic>
      </p:graphicFrame>
    </p:spTree>
    <p:extLst>
      <p:ext uri="{BB962C8B-B14F-4D97-AF65-F5344CB8AC3E}">
        <p14:creationId xmlns:p14="http://schemas.microsoft.com/office/powerpoint/2010/main" val="347288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548640" y="341376"/>
            <a:ext cx="4876800" cy="268224"/>
          </a:xfrm>
          <a:prstGeom prst="rect">
            <a:avLst/>
          </a:prstGeom>
          <a:noFill/>
          <a:ln/>
        </p:spPr>
        <p:txBody>
          <a:bodyPr wrap="square" lIns="0" tIns="0" rIns="0" bIns="0" rtlCol="0" anchor="ctr"/>
          <a:lstStyle/>
          <a:p>
            <a:pPr lvl="0" defTabSz="1219170">
              <a:defRPr/>
            </a:pPr>
            <a:r>
              <a:rPr lang="en-US" sz="933" b="1" kern="0" spc="400" dirty="0">
                <a:solidFill>
                  <a:srgbClr val="00C8E8"/>
                </a:solidFill>
                <a:latin typeface="Calibri" pitchFamily="34" charset="0"/>
                <a:ea typeface="Calibri" pitchFamily="34" charset="-122"/>
                <a:cs typeface="Calibri" pitchFamily="34" charset="-120"/>
              </a:rPr>
              <a:t>SECTION E — CONCLUSION</a:t>
            </a:r>
            <a:endParaRPr lang="en-US" sz="933" dirty="0">
              <a:solidFill>
                <a:prstClr val="black"/>
              </a:solidFill>
            </a:endParaRPr>
          </a:p>
        </p:txBody>
      </p:sp>
      <p:sp>
        <p:nvSpPr>
          <p:cNvPr id="3" name="Text 1"/>
          <p:cNvSpPr/>
          <p:nvPr/>
        </p:nvSpPr>
        <p:spPr>
          <a:xfrm>
            <a:off x="548640" y="707136"/>
            <a:ext cx="11094720" cy="853440"/>
          </a:xfrm>
          <a:prstGeom prst="rect">
            <a:avLst/>
          </a:prstGeom>
          <a:noFill/>
          <a:ln/>
        </p:spPr>
        <p:txBody>
          <a:bodyPr wrap="square" lIns="0" tIns="0" rIns="0" bIns="0" rtlCol="0" anchor="ctr"/>
          <a:lstStyle/>
          <a:p>
            <a:pPr algn="l">
              <a:spcBef>
                <a:spcPts val="1500"/>
              </a:spcBef>
              <a:spcAft>
                <a:spcPts val="750"/>
              </a:spcAft>
              <a:buNone/>
            </a:pPr>
            <a:r>
              <a:rPr lang="en-US" sz="4000" b="1" i="0" dirty="0">
                <a:solidFill>
                  <a:schemeClr val="bg1"/>
                </a:solidFill>
                <a:effectLst/>
                <a:latin typeface="Segoe WPC"/>
              </a:rPr>
              <a:t>Recommendation for Hong Kong</a:t>
            </a:r>
          </a:p>
        </p:txBody>
      </p:sp>
      <p:sp>
        <p:nvSpPr>
          <p:cNvPr id="4" name="Shape 2"/>
          <p:cNvSpPr/>
          <p:nvPr/>
        </p:nvSpPr>
        <p:spPr>
          <a:xfrm>
            <a:off x="548640" y="1645920"/>
            <a:ext cx="11094720" cy="30480"/>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548640" y="1828800"/>
            <a:ext cx="5303520" cy="4090417"/>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6" name="Shape 4"/>
          <p:cNvSpPr/>
          <p:nvPr/>
        </p:nvSpPr>
        <p:spPr>
          <a:xfrm>
            <a:off x="548640" y="1828800"/>
            <a:ext cx="5303520" cy="512064"/>
          </a:xfrm>
          <a:prstGeom prst="rect">
            <a:avLst/>
          </a:prstGeom>
          <a:solidFill>
            <a:srgbClr val="00C8E8">
              <a:alpha val="85000"/>
            </a:srgbClr>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 name="Text 5"/>
          <p:cNvSpPr/>
          <p:nvPr/>
        </p:nvSpPr>
        <p:spPr>
          <a:xfrm>
            <a:off x="670560" y="1828800"/>
            <a:ext cx="4998720" cy="512064"/>
          </a:xfrm>
          <a:prstGeom prst="rect">
            <a:avLst/>
          </a:prstGeom>
          <a:noFill/>
          <a:ln/>
        </p:spPr>
        <p:txBody>
          <a:bodyPr wrap="square" lIns="0" tIns="0" rIns="0" bIns="0" rtlCol="0" anchor="ctr"/>
          <a:lstStyle/>
          <a:p>
            <a:pPr defTabSz="1219170"/>
            <a:r>
              <a:rPr lang="en-US" b="1" dirty="0"/>
              <a:t>Primary recommendation</a:t>
            </a:r>
            <a:endParaRPr lang="en-US" sz="1733" dirty="0">
              <a:solidFill>
                <a:prstClr val="black"/>
              </a:solidFill>
              <a:latin typeface="Calibri" panose="020F0502020204030204"/>
            </a:endParaRPr>
          </a:p>
        </p:txBody>
      </p:sp>
      <p:sp>
        <p:nvSpPr>
          <p:cNvPr id="8" name="Text 6"/>
          <p:cNvSpPr/>
          <p:nvPr/>
        </p:nvSpPr>
        <p:spPr>
          <a:xfrm>
            <a:off x="670560" y="2401823"/>
            <a:ext cx="4900507" cy="3401569"/>
          </a:xfrm>
          <a:prstGeom prst="rect">
            <a:avLst/>
          </a:prstGeom>
          <a:noFill/>
          <a:ln/>
        </p:spPr>
        <p:txBody>
          <a:bodyPr wrap="square" lIns="0" tIns="0" rIns="0" bIns="0" rtlCol="0" anchor="ctr"/>
          <a:lstStyle/>
          <a:p>
            <a:pPr defTabSz="1219170"/>
            <a:r>
              <a:rPr lang="en-US" sz="1333" b="1" dirty="0">
                <a:solidFill>
                  <a:schemeClr val="bg1"/>
                </a:solidFill>
                <a:latin typeface="Calibri" pitchFamily="34" charset="0"/>
                <a:ea typeface="Calibri" pitchFamily="34" charset="-122"/>
                <a:cs typeface="Calibri" pitchFamily="34" charset="-120"/>
              </a:rPr>
              <a:t>Use Framework 1 (VG + Dijkstra) as the main pipeline for Hong Kong-style dense cities</a:t>
            </a:r>
          </a:p>
          <a:p>
            <a:pPr defTabSz="1219170"/>
            <a:endParaRPr lang="en-US" sz="1333" dirty="0">
              <a:solidFill>
                <a:srgbClr val="7A9BB5"/>
              </a:solidFill>
              <a:latin typeface="Calibri" pitchFamily="34" charset="0"/>
              <a:ea typeface="Calibri" pitchFamily="34" charset="-122"/>
              <a:cs typeface="Calibri" pitchFamily="34" charset="-120"/>
            </a:endParaRP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City scale: Hong Kong’s built-up area implies millions of raster cells — full-grid A* does not scale for real-time or large batch OD sets (demo already: up to ~147 s / 1.8 M expansions on 720×720).</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Operational fit: After one-time cuboid + NFZ build, each route uses very few graph nodes — suitable for dispatch, replanning, and multi-vertiport networks.</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Acceptable trade-off: Paths are ~8–20% longer than buffer A* in our tests, but predictable and much cheaper to compute.</a:t>
            </a:r>
          </a:p>
          <a:p>
            <a:pPr marL="285750" indent="-285750" defTabSz="1219170">
              <a:buFont typeface="Arial" panose="020B0604020202020204" pitchFamily="34" charset="0"/>
              <a:buChar char="•"/>
            </a:pPr>
            <a:endParaRPr lang="en-US" sz="1333" dirty="0">
              <a:solidFill>
                <a:srgbClr val="7A9BB5"/>
              </a:solidFill>
              <a:latin typeface="Calibri" pitchFamily="34" charset="0"/>
              <a:ea typeface="Calibri" pitchFamily="34" charset="-122"/>
              <a:cs typeface="Calibri" pitchFamily="34" charset="-120"/>
            </a:endParaRPr>
          </a:p>
          <a:p>
            <a:pPr defTabSz="1219170"/>
            <a:r>
              <a:rPr lang="en-US" sz="1333" b="1" dirty="0">
                <a:solidFill>
                  <a:schemeClr val="bg1"/>
                </a:solidFill>
                <a:latin typeface="Calibri" pitchFamily="34" charset="0"/>
                <a:ea typeface="Calibri" pitchFamily="34" charset="-122"/>
                <a:cs typeface="Calibri" pitchFamily="34" charset="-120"/>
              </a:rPr>
              <a:t>Limitations:</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F1: cuboids over-approximate buildings → conservative, longer routes.</a:t>
            </a:r>
          </a:p>
        </p:txBody>
      </p:sp>
      <p:sp>
        <p:nvSpPr>
          <p:cNvPr id="16" name="Shape 14"/>
          <p:cNvSpPr/>
          <p:nvPr/>
        </p:nvSpPr>
        <p:spPr>
          <a:xfrm>
            <a:off x="5632704" y="3474720"/>
            <a:ext cx="926592" cy="926592"/>
          </a:xfrm>
          <a:prstGeom prst="ellipse">
            <a:avLst/>
          </a:prstGeom>
          <a:solidFill>
            <a:srgbClr val="050D1A"/>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17" name="Text 15"/>
          <p:cNvSpPr/>
          <p:nvPr/>
        </p:nvSpPr>
        <p:spPr>
          <a:xfrm>
            <a:off x="5632704" y="3474720"/>
            <a:ext cx="926592" cy="926592"/>
          </a:xfrm>
          <a:prstGeom prst="rect">
            <a:avLst/>
          </a:prstGeom>
          <a:noFill/>
          <a:ln/>
        </p:spPr>
        <p:txBody>
          <a:bodyPr wrap="square" lIns="0" tIns="0" rIns="0" bIns="0" rtlCol="0" anchor="ctr"/>
          <a:lstStyle/>
          <a:p>
            <a:pPr algn="ctr" defTabSz="1219170"/>
            <a:r>
              <a:rPr lang="en-US" sz="1867" b="1" dirty="0">
                <a:solidFill>
                  <a:srgbClr val="7A9BB5"/>
                </a:solidFill>
                <a:latin typeface="Calibri" pitchFamily="34" charset="0"/>
                <a:ea typeface="Calibri" pitchFamily="34" charset="-122"/>
                <a:cs typeface="Calibri" pitchFamily="34" charset="-120"/>
              </a:rPr>
              <a:t>VS</a:t>
            </a:r>
            <a:endParaRPr lang="en-US" sz="1867" dirty="0">
              <a:solidFill>
                <a:prstClr val="black"/>
              </a:solidFill>
              <a:latin typeface="Calibri" panose="020F0502020204030204"/>
            </a:endParaRPr>
          </a:p>
        </p:txBody>
      </p:sp>
      <p:sp>
        <p:nvSpPr>
          <p:cNvPr id="18" name="Shape 16"/>
          <p:cNvSpPr/>
          <p:nvPr/>
        </p:nvSpPr>
        <p:spPr>
          <a:xfrm>
            <a:off x="6339840" y="1828800"/>
            <a:ext cx="5303520" cy="4120899"/>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6339840" y="1828800"/>
            <a:ext cx="5303520" cy="512064"/>
          </a:xfrm>
          <a:prstGeom prst="rect">
            <a:avLst/>
          </a:prstGeom>
          <a:solidFill>
            <a:srgbClr val="8B5CF6">
              <a:alpha val="85000"/>
            </a:srgbClr>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20" name="Text 18"/>
          <p:cNvSpPr/>
          <p:nvPr/>
        </p:nvSpPr>
        <p:spPr>
          <a:xfrm>
            <a:off x="6461760" y="1828800"/>
            <a:ext cx="4998720" cy="512064"/>
          </a:xfrm>
          <a:prstGeom prst="rect">
            <a:avLst/>
          </a:prstGeom>
          <a:noFill/>
          <a:ln/>
        </p:spPr>
        <p:txBody>
          <a:bodyPr wrap="square" lIns="0" tIns="0" rIns="0" bIns="0" rtlCol="0" anchor="ctr"/>
          <a:lstStyle/>
          <a:p>
            <a:pPr defTabSz="1219170"/>
            <a:r>
              <a:rPr lang="en-US" b="1" dirty="0"/>
              <a:t>When Framework 2 still makes sense</a:t>
            </a:r>
            <a:endParaRPr lang="en-US" sz="1733" dirty="0">
              <a:solidFill>
                <a:prstClr val="black"/>
              </a:solidFill>
              <a:latin typeface="Calibri" panose="020F0502020204030204"/>
            </a:endParaRPr>
          </a:p>
        </p:txBody>
      </p:sp>
      <p:sp>
        <p:nvSpPr>
          <p:cNvPr id="29" name="Shape 27"/>
          <p:cNvSpPr/>
          <p:nvPr/>
        </p:nvSpPr>
        <p:spPr>
          <a:xfrm>
            <a:off x="0" y="6583681"/>
            <a:ext cx="12192000" cy="9753"/>
          </a:xfrm>
          <a:prstGeom prst="rect">
            <a:avLst/>
          </a:prstGeom>
          <a:solidFill>
            <a:srgbClr val="1A3560"/>
          </a:solidFill>
          <a:ln w="12700">
            <a:solidFill>
              <a:srgbClr val="1A3560"/>
            </a:solidFill>
            <a:prstDash val="solid"/>
          </a:ln>
        </p:spPr>
        <p:txBody>
          <a:bodyPr/>
          <a:lstStyle/>
          <a:p>
            <a:pPr defTabSz="1219170"/>
            <a:endParaRPr lang="en-US" sz="2400">
              <a:solidFill>
                <a:prstClr val="black"/>
              </a:solidFill>
              <a:latin typeface="Calibri" panose="020F0502020204030204"/>
            </a:endParaRPr>
          </a:p>
        </p:txBody>
      </p:sp>
      <p:sp>
        <p:nvSpPr>
          <p:cNvPr id="30" name="Text 28"/>
          <p:cNvSpPr/>
          <p:nvPr/>
        </p:nvSpPr>
        <p:spPr>
          <a:xfrm>
            <a:off x="548640" y="6595872"/>
            <a:ext cx="9753600" cy="219456"/>
          </a:xfrm>
          <a:prstGeom prst="rect">
            <a:avLst/>
          </a:prstGeom>
          <a:noFill/>
          <a:ln/>
        </p:spPr>
        <p:txBody>
          <a:bodyPr wrap="square" lIns="0" tIns="0" rIns="0" bIns="0" rtlCol="0" anchor="ctr"/>
          <a:lstStyle/>
          <a:p>
            <a:pPr defTabSz="1219170"/>
            <a:r>
              <a:rPr lang="en-US" sz="800" dirty="0">
                <a:solidFill>
                  <a:srgbClr val="3A5A7A"/>
                </a:solidFill>
                <a:latin typeface="Calibri" pitchFamily="34" charset="0"/>
                <a:ea typeface="Calibri" pitchFamily="34" charset="-122"/>
                <a:cs typeface="Calibri" pitchFamily="34" charset="-120"/>
              </a:rPr>
              <a:t>COMPARATIVE FRAMEWORKS FOR 3D URBAN PATH PLANNING  |  CAPSTONE PRESENTATION</a:t>
            </a:r>
            <a:endParaRPr lang="en-US" sz="800" dirty="0">
              <a:solidFill>
                <a:prstClr val="black"/>
              </a:solidFill>
              <a:latin typeface="Calibri" panose="020F0502020204030204"/>
            </a:endParaRPr>
          </a:p>
        </p:txBody>
      </p:sp>
      <p:sp>
        <p:nvSpPr>
          <p:cNvPr id="31" name="Text 6">
            <a:extLst>
              <a:ext uri="{FF2B5EF4-FFF2-40B4-BE49-F238E27FC236}">
                <a16:creationId xmlns:a16="http://schemas.microsoft.com/office/drawing/2014/main" id="{1A2D1666-68C6-2762-1FC5-485ECEB481DA}"/>
              </a:ext>
            </a:extLst>
          </p:cNvPr>
          <p:cNvSpPr/>
          <p:nvPr/>
        </p:nvSpPr>
        <p:spPr>
          <a:xfrm>
            <a:off x="6541346" y="2340864"/>
            <a:ext cx="4900507" cy="2156292"/>
          </a:xfrm>
          <a:prstGeom prst="rect">
            <a:avLst/>
          </a:prstGeom>
          <a:noFill/>
          <a:ln/>
        </p:spPr>
        <p:txBody>
          <a:bodyPr wrap="square" lIns="0" tIns="0" rIns="0" bIns="0" rtlCol="0" anchor="ctr"/>
          <a:lstStyle/>
          <a:p>
            <a:pPr defTabSz="1219170"/>
            <a:endParaRPr lang="en-US" sz="1333" dirty="0">
              <a:solidFill>
                <a:srgbClr val="7A9BB5"/>
              </a:solidFill>
              <a:latin typeface="Calibri" pitchFamily="34" charset="0"/>
              <a:ea typeface="Calibri" pitchFamily="34" charset="-122"/>
              <a:cs typeface="Calibri" pitchFamily="34" charset="-120"/>
            </a:endParaRP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Offline mission planning in a local corridor (vertiport ↔ vertiport)</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Fuel / range critical flights where minimum distance justifies compute</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GIS raster workflow (DSM/TIF) with coarser grid or hierarchical A* (future work)</a:t>
            </a:r>
          </a:p>
          <a:p>
            <a:pPr defTabSz="1219170"/>
            <a:endParaRPr lang="en-US" sz="1333" dirty="0">
              <a:solidFill>
                <a:srgbClr val="7A9BB5"/>
              </a:solidFill>
              <a:latin typeface="Calibri" pitchFamily="34" charset="0"/>
              <a:ea typeface="Calibri" pitchFamily="34" charset="-122"/>
              <a:cs typeface="Calibri" pitchFamily="34" charset="-120"/>
            </a:endParaRPr>
          </a:p>
          <a:p>
            <a:pPr defTabSz="1219170"/>
            <a:r>
              <a:rPr lang="en-US" sz="1333" b="1" dirty="0">
                <a:solidFill>
                  <a:schemeClr val="bg1"/>
                </a:solidFill>
                <a:latin typeface="Calibri" pitchFamily="34" charset="0"/>
                <a:ea typeface="Calibri" pitchFamily="34" charset="-122"/>
                <a:cs typeface="Calibri" pitchFamily="34" charset="-120"/>
              </a:rPr>
              <a:t>Limitations:</a:t>
            </a:r>
          </a:p>
          <a:p>
            <a:pPr marL="285750" indent="-285750" defTabSz="1219170">
              <a:buFont typeface="Arial" panose="020B0604020202020204" pitchFamily="34" charset="0"/>
              <a:buChar char="•"/>
            </a:pPr>
            <a:r>
              <a:rPr lang="en-US" sz="1333" dirty="0">
                <a:solidFill>
                  <a:srgbClr val="7A9BB5"/>
                </a:solidFill>
                <a:latin typeface="Calibri" pitchFamily="34" charset="0"/>
                <a:ea typeface="Calibri" pitchFamily="34" charset="-122"/>
                <a:cs typeface="Calibri" pitchFamily="34" charset="-120"/>
              </a:rPr>
              <a:t>F2: 2.5D buffer, grid steps — accurate locally but too heavy city-wide without acceleration</a:t>
            </a:r>
          </a:p>
        </p:txBody>
      </p:sp>
      <p:grpSp>
        <p:nvGrpSpPr>
          <p:cNvPr id="32" name="Group 31">
            <a:extLst>
              <a:ext uri="{FF2B5EF4-FFF2-40B4-BE49-F238E27FC236}">
                <a16:creationId xmlns:a16="http://schemas.microsoft.com/office/drawing/2014/main" id="{3C7D6490-B61E-D22C-23A6-3D52B6542F77}"/>
              </a:ext>
            </a:extLst>
          </p:cNvPr>
          <p:cNvGrpSpPr/>
          <p:nvPr/>
        </p:nvGrpSpPr>
        <p:grpSpPr>
          <a:xfrm>
            <a:off x="548640" y="5974298"/>
            <a:ext cx="11212576" cy="512064"/>
            <a:chOff x="7802880" y="1889760"/>
            <a:chExt cx="3840480" cy="999744"/>
          </a:xfrm>
        </p:grpSpPr>
        <p:sp>
          <p:nvSpPr>
            <p:cNvPr id="33" name="Shape 3">
              <a:extLst>
                <a:ext uri="{FF2B5EF4-FFF2-40B4-BE49-F238E27FC236}">
                  <a16:creationId xmlns:a16="http://schemas.microsoft.com/office/drawing/2014/main" id="{D988CC16-B47E-16CE-A1BD-DC990183D473}"/>
                </a:ext>
              </a:extLst>
            </p:cNvPr>
            <p:cNvSpPr/>
            <p:nvPr/>
          </p:nvSpPr>
          <p:spPr>
            <a:xfrm>
              <a:off x="7802880" y="1889760"/>
              <a:ext cx="3840480" cy="999744"/>
            </a:xfrm>
            <a:prstGeom prst="rect">
              <a:avLst/>
            </a:prstGeom>
            <a:solidFill>
              <a:srgbClr val="0E2040"/>
            </a:solidFill>
            <a:ln w="12700">
              <a:solidFill>
                <a:srgbClr val="1A3560"/>
              </a:solidFill>
              <a:prstDash val="solid"/>
            </a:ln>
            <a:effectLst>
              <a:outerShdw blurRad="101600" dist="25400" dir="8100000" algn="bl" rotWithShape="0">
                <a:srgbClr val="000000">
                  <a:alpha val="40000"/>
                </a:srgbClr>
              </a:outerShdw>
            </a:effectLst>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4">
              <a:extLst>
                <a:ext uri="{FF2B5EF4-FFF2-40B4-BE49-F238E27FC236}">
                  <a16:creationId xmlns:a16="http://schemas.microsoft.com/office/drawing/2014/main" id="{5457D7B8-8806-8FD8-5D5C-6870F53F066F}"/>
                </a:ext>
              </a:extLst>
            </p:cNvPr>
            <p:cNvSpPr/>
            <p:nvPr/>
          </p:nvSpPr>
          <p:spPr>
            <a:xfrm>
              <a:off x="7802880" y="1889760"/>
              <a:ext cx="67056" cy="999744"/>
            </a:xfrm>
            <a:prstGeom prst="rect">
              <a:avLst/>
            </a:prstGeom>
            <a:solidFill>
              <a:srgbClr val="FF0000"/>
            </a:solidFill>
            <a:ln w="12700">
              <a:solidFill>
                <a:srgbClr val="00C8E8"/>
              </a:solidFill>
              <a:prstDash val="solid"/>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5">
              <a:extLst>
                <a:ext uri="{FF2B5EF4-FFF2-40B4-BE49-F238E27FC236}">
                  <a16:creationId xmlns:a16="http://schemas.microsoft.com/office/drawing/2014/main" id="{E38E50F8-02F2-F4A8-7067-FAEE807B6E42}"/>
                </a:ext>
              </a:extLst>
            </p:cNvPr>
            <p:cNvSpPr/>
            <p:nvPr/>
          </p:nvSpPr>
          <p:spPr>
            <a:xfrm>
              <a:off x="7904959" y="1938528"/>
              <a:ext cx="3555521" cy="950976"/>
            </a:xfrm>
            <a:prstGeom prst="rect">
              <a:avLst/>
            </a:prstGeom>
            <a:noFill/>
            <a:ln/>
          </p:spPr>
          <p:txBody>
            <a:bodyPr wrap="square" lIns="0" tIns="0" rIns="0" bIns="0"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40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Hong Kong UAM routing: prefer VG + Dijkstra for city-scale operations; reserve buffer + A when high-fidelity, compute-rich local optimization is required.</a:t>
              </a:r>
              <a:endParaRPr kumimoji="0" lang="en-US" sz="140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50D1A"/>
        </a:solidFill>
        <a:effectLst/>
      </p:bgPr>
    </p:bg>
    <p:spTree>
      <p:nvGrpSpPr>
        <p:cNvPr id="1" name=""/>
        <p:cNvGrpSpPr/>
        <p:nvPr/>
      </p:nvGrpSpPr>
      <p:grpSpPr>
        <a:xfrm>
          <a:off x="0" y="0"/>
          <a:ext cx="0" cy="0"/>
          <a:chOff x="0" y="0"/>
          <a:chExt cx="0" cy="0"/>
        </a:xfrm>
      </p:grpSpPr>
      <p:sp>
        <p:nvSpPr>
          <p:cNvPr id="2" name="Shape 0"/>
          <p:cNvSpPr/>
          <p:nvPr/>
        </p:nvSpPr>
        <p:spPr>
          <a:xfrm>
            <a:off x="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 name="Shape 1"/>
          <p:cNvSpPr/>
          <p:nvPr/>
        </p:nvSpPr>
        <p:spPr>
          <a:xfrm>
            <a:off x="34137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 name="Shape 2"/>
          <p:cNvSpPr/>
          <p:nvPr/>
        </p:nvSpPr>
        <p:spPr>
          <a:xfrm>
            <a:off x="68275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 name="Shape 3"/>
          <p:cNvSpPr/>
          <p:nvPr/>
        </p:nvSpPr>
        <p:spPr>
          <a:xfrm>
            <a:off x="102412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 name="Shape 4"/>
          <p:cNvSpPr/>
          <p:nvPr/>
        </p:nvSpPr>
        <p:spPr>
          <a:xfrm>
            <a:off x="136550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 name="Shape 5"/>
          <p:cNvSpPr/>
          <p:nvPr/>
        </p:nvSpPr>
        <p:spPr>
          <a:xfrm>
            <a:off x="170688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 name="Shape 6"/>
          <p:cNvSpPr/>
          <p:nvPr/>
        </p:nvSpPr>
        <p:spPr>
          <a:xfrm>
            <a:off x="204825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 name="Shape 7"/>
          <p:cNvSpPr/>
          <p:nvPr/>
        </p:nvSpPr>
        <p:spPr>
          <a:xfrm>
            <a:off x="238963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 name="Shape 8"/>
          <p:cNvSpPr/>
          <p:nvPr/>
        </p:nvSpPr>
        <p:spPr>
          <a:xfrm>
            <a:off x="273100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 name="Shape 9"/>
          <p:cNvSpPr/>
          <p:nvPr/>
        </p:nvSpPr>
        <p:spPr>
          <a:xfrm>
            <a:off x="307238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 name="Shape 10"/>
          <p:cNvSpPr/>
          <p:nvPr/>
        </p:nvSpPr>
        <p:spPr>
          <a:xfrm>
            <a:off x="341376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 name="Shape 11"/>
          <p:cNvSpPr/>
          <p:nvPr/>
        </p:nvSpPr>
        <p:spPr>
          <a:xfrm>
            <a:off x="375513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 name="Shape 12"/>
          <p:cNvSpPr/>
          <p:nvPr/>
        </p:nvSpPr>
        <p:spPr>
          <a:xfrm>
            <a:off x="409651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 name="Shape 13"/>
          <p:cNvSpPr/>
          <p:nvPr/>
        </p:nvSpPr>
        <p:spPr>
          <a:xfrm>
            <a:off x="443788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 name="Shape 14"/>
          <p:cNvSpPr/>
          <p:nvPr/>
        </p:nvSpPr>
        <p:spPr>
          <a:xfrm>
            <a:off x="477926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 name="Shape 15"/>
          <p:cNvSpPr/>
          <p:nvPr/>
        </p:nvSpPr>
        <p:spPr>
          <a:xfrm>
            <a:off x="512064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 name="Shape 16"/>
          <p:cNvSpPr/>
          <p:nvPr/>
        </p:nvSpPr>
        <p:spPr>
          <a:xfrm>
            <a:off x="546201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 name="Shape 17"/>
          <p:cNvSpPr/>
          <p:nvPr/>
        </p:nvSpPr>
        <p:spPr>
          <a:xfrm>
            <a:off x="580339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 name="Shape 18"/>
          <p:cNvSpPr/>
          <p:nvPr/>
        </p:nvSpPr>
        <p:spPr>
          <a:xfrm>
            <a:off x="614476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 name="Shape 19"/>
          <p:cNvSpPr/>
          <p:nvPr/>
        </p:nvSpPr>
        <p:spPr>
          <a:xfrm>
            <a:off x="648614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 name="Shape 20"/>
          <p:cNvSpPr/>
          <p:nvPr/>
        </p:nvSpPr>
        <p:spPr>
          <a:xfrm>
            <a:off x="682752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 name="Shape 21"/>
          <p:cNvSpPr/>
          <p:nvPr/>
        </p:nvSpPr>
        <p:spPr>
          <a:xfrm>
            <a:off x="716889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 name="Shape 22"/>
          <p:cNvSpPr/>
          <p:nvPr/>
        </p:nvSpPr>
        <p:spPr>
          <a:xfrm>
            <a:off x="751027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 name="Shape 23"/>
          <p:cNvSpPr/>
          <p:nvPr/>
        </p:nvSpPr>
        <p:spPr>
          <a:xfrm>
            <a:off x="785164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 name="Shape 24"/>
          <p:cNvSpPr/>
          <p:nvPr/>
        </p:nvSpPr>
        <p:spPr>
          <a:xfrm>
            <a:off x="819302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 name="Shape 25"/>
          <p:cNvSpPr/>
          <p:nvPr/>
        </p:nvSpPr>
        <p:spPr>
          <a:xfrm>
            <a:off x="853440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 name="Shape 26"/>
          <p:cNvSpPr/>
          <p:nvPr/>
        </p:nvSpPr>
        <p:spPr>
          <a:xfrm>
            <a:off x="887577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 name="Shape 27"/>
          <p:cNvSpPr/>
          <p:nvPr/>
        </p:nvSpPr>
        <p:spPr>
          <a:xfrm>
            <a:off x="921715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 name="Shape 28"/>
          <p:cNvSpPr/>
          <p:nvPr/>
        </p:nvSpPr>
        <p:spPr>
          <a:xfrm>
            <a:off x="955852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 name="Shape 29"/>
          <p:cNvSpPr/>
          <p:nvPr/>
        </p:nvSpPr>
        <p:spPr>
          <a:xfrm>
            <a:off x="989990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 name="Shape 30"/>
          <p:cNvSpPr/>
          <p:nvPr/>
        </p:nvSpPr>
        <p:spPr>
          <a:xfrm>
            <a:off x="1024128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 name="Shape 31"/>
          <p:cNvSpPr/>
          <p:nvPr/>
        </p:nvSpPr>
        <p:spPr>
          <a:xfrm>
            <a:off x="10582656"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 name="Shape 32"/>
          <p:cNvSpPr/>
          <p:nvPr/>
        </p:nvSpPr>
        <p:spPr>
          <a:xfrm>
            <a:off x="10924032"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 name="Shape 33"/>
          <p:cNvSpPr/>
          <p:nvPr/>
        </p:nvSpPr>
        <p:spPr>
          <a:xfrm>
            <a:off x="11265408"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 name="Shape 34"/>
          <p:cNvSpPr/>
          <p:nvPr/>
        </p:nvSpPr>
        <p:spPr>
          <a:xfrm>
            <a:off x="11606784"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 name="Shape 35"/>
          <p:cNvSpPr/>
          <p:nvPr/>
        </p:nvSpPr>
        <p:spPr>
          <a:xfrm>
            <a:off x="11948160" y="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 name="Shape 36"/>
          <p:cNvSpPr/>
          <p:nvPr/>
        </p:nvSpPr>
        <p:spPr>
          <a:xfrm>
            <a:off x="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 name="Shape 37"/>
          <p:cNvSpPr/>
          <p:nvPr/>
        </p:nvSpPr>
        <p:spPr>
          <a:xfrm>
            <a:off x="34137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 name="Shape 38"/>
          <p:cNvSpPr/>
          <p:nvPr/>
        </p:nvSpPr>
        <p:spPr>
          <a:xfrm>
            <a:off x="68275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 name="Shape 39"/>
          <p:cNvSpPr/>
          <p:nvPr/>
        </p:nvSpPr>
        <p:spPr>
          <a:xfrm>
            <a:off x="102412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 name="Shape 40"/>
          <p:cNvSpPr/>
          <p:nvPr/>
        </p:nvSpPr>
        <p:spPr>
          <a:xfrm>
            <a:off x="136550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 name="Shape 41"/>
          <p:cNvSpPr/>
          <p:nvPr/>
        </p:nvSpPr>
        <p:spPr>
          <a:xfrm>
            <a:off x="170688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 name="Shape 42"/>
          <p:cNvSpPr/>
          <p:nvPr/>
        </p:nvSpPr>
        <p:spPr>
          <a:xfrm>
            <a:off x="204825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 name="Shape 43"/>
          <p:cNvSpPr/>
          <p:nvPr/>
        </p:nvSpPr>
        <p:spPr>
          <a:xfrm>
            <a:off x="238963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 name="Shape 44"/>
          <p:cNvSpPr/>
          <p:nvPr/>
        </p:nvSpPr>
        <p:spPr>
          <a:xfrm>
            <a:off x="273100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 name="Shape 45"/>
          <p:cNvSpPr/>
          <p:nvPr/>
        </p:nvSpPr>
        <p:spPr>
          <a:xfrm>
            <a:off x="307238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 name="Shape 46"/>
          <p:cNvSpPr/>
          <p:nvPr/>
        </p:nvSpPr>
        <p:spPr>
          <a:xfrm>
            <a:off x="341376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 name="Shape 47"/>
          <p:cNvSpPr/>
          <p:nvPr/>
        </p:nvSpPr>
        <p:spPr>
          <a:xfrm>
            <a:off x="375513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 name="Shape 48"/>
          <p:cNvSpPr/>
          <p:nvPr/>
        </p:nvSpPr>
        <p:spPr>
          <a:xfrm>
            <a:off x="409651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 name="Shape 49"/>
          <p:cNvSpPr/>
          <p:nvPr/>
        </p:nvSpPr>
        <p:spPr>
          <a:xfrm>
            <a:off x="443788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 name="Shape 50"/>
          <p:cNvSpPr/>
          <p:nvPr/>
        </p:nvSpPr>
        <p:spPr>
          <a:xfrm>
            <a:off x="477926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 name="Shape 51"/>
          <p:cNvSpPr/>
          <p:nvPr/>
        </p:nvSpPr>
        <p:spPr>
          <a:xfrm>
            <a:off x="512064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 name="Shape 52"/>
          <p:cNvSpPr/>
          <p:nvPr/>
        </p:nvSpPr>
        <p:spPr>
          <a:xfrm>
            <a:off x="546201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 name="Shape 53"/>
          <p:cNvSpPr/>
          <p:nvPr/>
        </p:nvSpPr>
        <p:spPr>
          <a:xfrm>
            <a:off x="580339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 name="Shape 54"/>
          <p:cNvSpPr/>
          <p:nvPr/>
        </p:nvSpPr>
        <p:spPr>
          <a:xfrm>
            <a:off x="614476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 name="Shape 55"/>
          <p:cNvSpPr/>
          <p:nvPr/>
        </p:nvSpPr>
        <p:spPr>
          <a:xfrm>
            <a:off x="648614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 name="Shape 56"/>
          <p:cNvSpPr/>
          <p:nvPr/>
        </p:nvSpPr>
        <p:spPr>
          <a:xfrm>
            <a:off x="682752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 name="Shape 57"/>
          <p:cNvSpPr/>
          <p:nvPr/>
        </p:nvSpPr>
        <p:spPr>
          <a:xfrm>
            <a:off x="716889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 name="Shape 58"/>
          <p:cNvSpPr/>
          <p:nvPr/>
        </p:nvSpPr>
        <p:spPr>
          <a:xfrm>
            <a:off x="751027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 name="Shape 59"/>
          <p:cNvSpPr/>
          <p:nvPr/>
        </p:nvSpPr>
        <p:spPr>
          <a:xfrm>
            <a:off x="785164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 name="Shape 60"/>
          <p:cNvSpPr/>
          <p:nvPr/>
        </p:nvSpPr>
        <p:spPr>
          <a:xfrm>
            <a:off x="819302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 name="Shape 61"/>
          <p:cNvSpPr/>
          <p:nvPr/>
        </p:nvSpPr>
        <p:spPr>
          <a:xfrm>
            <a:off x="853440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 name="Shape 62"/>
          <p:cNvSpPr/>
          <p:nvPr/>
        </p:nvSpPr>
        <p:spPr>
          <a:xfrm>
            <a:off x="887577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 name="Shape 63"/>
          <p:cNvSpPr/>
          <p:nvPr/>
        </p:nvSpPr>
        <p:spPr>
          <a:xfrm>
            <a:off x="921715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 name="Shape 64"/>
          <p:cNvSpPr/>
          <p:nvPr/>
        </p:nvSpPr>
        <p:spPr>
          <a:xfrm>
            <a:off x="955852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 name="Shape 65"/>
          <p:cNvSpPr/>
          <p:nvPr/>
        </p:nvSpPr>
        <p:spPr>
          <a:xfrm>
            <a:off x="989990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 name="Shape 66"/>
          <p:cNvSpPr/>
          <p:nvPr/>
        </p:nvSpPr>
        <p:spPr>
          <a:xfrm>
            <a:off x="1024128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 name="Shape 67"/>
          <p:cNvSpPr/>
          <p:nvPr/>
        </p:nvSpPr>
        <p:spPr>
          <a:xfrm>
            <a:off x="10582656"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 name="Shape 68"/>
          <p:cNvSpPr/>
          <p:nvPr/>
        </p:nvSpPr>
        <p:spPr>
          <a:xfrm>
            <a:off x="10924032"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 name="Shape 69"/>
          <p:cNvSpPr/>
          <p:nvPr/>
        </p:nvSpPr>
        <p:spPr>
          <a:xfrm>
            <a:off x="11265408"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 name="Shape 70"/>
          <p:cNvSpPr/>
          <p:nvPr/>
        </p:nvSpPr>
        <p:spPr>
          <a:xfrm>
            <a:off x="11606784"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 name="Shape 71"/>
          <p:cNvSpPr/>
          <p:nvPr/>
        </p:nvSpPr>
        <p:spPr>
          <a:xfrm>
            <a:off x="11948160" y="34137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 name="Shape 72"/>
          <p:cNvSpPr/>
          <p:nvPr/>
        </p:nvSpPr>
        <p:spPr>
          <a:xfrm>
            <a:off x="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 name="Shape 73"/>
          <p:cNvSpPr/>
          <p:nvPr/>
        </p:nvSpPr>
        <p:spPr>
          <a:xfrm>
            <a:off x="34137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6" name="Shape 74"/>
          <p:cNvSpPr/>
          <p:nvPr/>
        </p:nvSpPr>
        <p:spPr>
          <a:xfrm>
            <a:off x="68275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7" name="Shape 75"/>
          <p:cNvSpPr/>
          <p:nvPr/>
        </p:nvSpPr>
        <p:spPr>
          <a:xfrm>
            <a:off x="102412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8" name="Shape 76"/>
          <p:cNvSpPr/>
          <p:nvPr/>
        </p:nvSpPr>
        <p:spPr>
          <a:xfrm>
            <a:off x="136550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9" name="Shape 77"/>
          <p:cNvSpPr/>
          <p:nvPr/>
        </p:nvSpPr>
        <p:spPr>
          <a:xfrm>
            <a:off x="170688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0" name="Shape 78"/>
          <p:cNvSpPr/>
          <p:nvPr/>
        </p:nvSpPr>
        <p:spPr>
          <a:xfrm>
            <a:off x="204825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1" name="Shape 79"/>
          <p:cNvSpPr/>
          <p:nvPr/>
        </p:nvSpPr>
        <p:spPr>
          <a:xfrm>
            <a:off x="238963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2" name="Shape 80"/>
          <p:cNvSpPr/>
          <p:nvPr/>
        </p:nvSpPr>
        <p:spPr>
          <a:xfrm>
            <a:off x="273100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3" name="Shape 81"/>
          <p:cNvSpPr/>
          <p:nvPr/>
        </p:nvSpPr>
        <p:spPr>
          <a:xfrm>
            <a:off x="307238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4" name="Shape 82"/>
          <p:cNvSpPr/>
          <p:nvPr/>
        </p:nvSpPr>
        <p:spPr>
          <a:xfrm>
            <a:off x="341376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5" name="Shape 83"/>
          <p:cNvSpPr/>
          <p:nvPr/>
        </p:nvSpPr>
        <p:spPr>
          <a:xfrm>
            <a:off x="375513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6" name="Shape 84"/>
          <p:cNvSpPr/>
          <p:nvPr/>
        </p:nvSpPr>
        <p:spPr>
          <a:xfrm>
            <a:off x="409651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7" name="Shape 85"/>
          <p:cNvSpPr/>
          <p:nvPr/>
        </p:nvSpPr>
        <p:spPr>
          <a:xfrm>
            <a:off x="443788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8" name="Shape 86"/>
          <p:cNvSpPr/>
          <p:nvPr/>
        </p:nvSpPr>
        <p:spPr>
          <a:xfrm>
            <a:off x="477926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89" name="Shape 87"/>
          <p:cNvSpPr/>
          <p:nvPr/>
        </p:nvSpPr>
        <p:spPr>
          <a:xfrm>
            <a:off x="512064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0" name="Shape 88"/>
          <p:cNvSpPr/>
          <p:nvPr/>
        </p:nvSpPr>
        <p:spPr>
          <a:xfrm>
            <a:off x="546201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1" name="Shape 89"/>
          <p:cNvSpPr/>
          <p:nvPr/>
        </p:nvSpPr>
        <p:spPr>
          <a:xfrm>
            <a:off x="580339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2" name="Shape 90"/>
          <p:cNvSpPr/>
          <p:nvPr/>
        </p:nvSpPr>
        <p:spPr>
          <a:xfrm>
            <a:off x="614476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3" name="Shape 91"/>
          <p:cNvSpPr/>
          <p:nvPr/>
        </p:nvSpPr>
        <p:spPr>
          <a:xfrm>
            <a:off x="648614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4" name="Shape 92"/>
          <p:cNvSpPr/>
          <p:nvPr/>
        </p:nvSpPr>
        <p:spPr>
          <a:xfrm>
            <a:off x="682752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5" name="Shape 93"/>
          <p:cNvSpPr/>
          <p:nvPr/>
        </p:nvSpPr>
        <p:spPr>
          <a:xfrm>
            <a:off x="716889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6" name="Shape 94"/>
          <p:cNvSpPr/>
          <p:nvPr/>
        </p:nvSpPr>
        <p:spPr>
          <a:xfrm>
            <a:off x="751027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7" name="Shape 95"/>
          <p:cNvSpPr/>
          <p:nvPr/>
        </p:nvSpPr>
        <p:spPr>
          <a:xfrm>
            <a:off x="785164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8" name="Shape 96"/>
          <p:cNvSpPr/>
          <p:nvPr/>
        </p:nvSpPr>
        <p:spPr>
          <a:xfrm>
            <a:off x="819302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99" name="Shape 97"/>
          <p:cNvSpPr/>
          <p:nvPr/>
        </p:nvSpPr>
        <p:spPr>
          <a:xfrm>
            <a:off x="853440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0" name="Shape 98"/>
          <p:cNvSpPr/>
          <p:nvPr/>
        </p:nvSpPr>
        <p:spPr>
          <a:xfrm>
            <a:off x="887577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1" name="Shape 99"/>
          <p:cNvSpPr/>
          <p:nvPr/>
        </p:nvSpPr>
        <p:spPr>
          <a:xfrm>
            <a:off x="921715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2" name="Shape 100"/>
          <p:cNvSpPr/>
          <p:nvPr/>
        </p:nvSpPr>
        <p:spPr>
          <a:xfrm>
            <a:off x="955852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3" name="Shape 101"/>
          <p:cNvSpPr/>
          <p:nvPr/>
        </p:nvSpPr>
        <p:spPr>
          <a:xfrm>
            <a:off x="989990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4" name="Shape 102"/>
          <p:cNvSpPr/>
          <p:nvPr/>
        </p:nvSpPr>
        <p:spPr>
          <a:xfrm>
            <a:off x="1024128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5" name="Shape 103"/>
          <p:cNvSpPr/>
          <p:nvPr/>
        </p:nvSpPr>
        <p:spPr>
          <a:xfrm>
            <a:off x="10582656"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6" name="Shape 104"/>
          <p:cNvSpPr/>
          <p:nvPr/>
        </p:nvSpPr>
        <p:spPr>
          <a:xfrm>
            <a:off x="10924032"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7" name="Shape 105"/>
          <p:cNvSpPr/>
          <p:nvPr/>
        </p:nvSpPr>
        <p:spPr>
          <a:xfrm>
            <a:off x="11265408"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8" name="Shape 106"/>
          <p:cNvSpPr/>
          <p:nvPr/>
        </p:nvSpPr>
        <p:spPr>
          <a:xfrm>
            <a:off x="11606784"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09" name="Shape 107"/>
          <p:cNvSpPr/>
          <p:nvPr/>
        </p:nvSpPr>
        <p:spPr>
          <a:xfrm>
            <a:off x="11948160" y="68275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0" name="Shape 108"/>
          <p:cNvSpPr/>
          <p:nvPr/>
        </p:nvSpPr>
        <p:spPr>
          <a:xfrm>
            <a:off x="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1" name="Shape 109"/>
          <p:cNvSpPr/>
          <p:nvPr/>
        </p:nvSpPr>
        <p:spPr>
          <a:xfrm>
            <a:off x="34137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2" name="Shape 110"/>
          <p:cNvSpPr/>
          <p:nvPr/>
        </p:nvSpPr>
        <p:spPr>
          <a:xfrm>
            <a:off x="68275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3" name="Shape 111"/>
          <p:cNvSpPr/>
          <p:nvPr/>
        </p:nvSpPr>
        <p:spPr>
          <a:xfrm>
            <a:off x="102412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4" name="Shape 112"/>
          <p:cNvSpPr/>
          <p:nvPr/>
        </p:nvSpPr>
        <p:spPr>
          <a:xfrm>
            <a:off x="136550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5" name="Shape 113"/>
          <p:cNvSpPr/>
          <p:nvPr/>
        </p:nvSpPr>
        <p:spPr>
          <a:xfrm>
            <a:off x="170688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6" name="Shape 114"/>
          <p:cNvSpPr/>
          <p:nvPr/>
        </p:nvSpPr>
        <p:spPr>
          <a:xfrm>
            <a:off x="204825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7" name="Shape 115"/>
          <p:cNvSpPr/>
          <p:nvPr/>
        </p:nvSpPr>
        <p:spPr>
          <a:xfrm>
            <a:off x="238963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8" name="Shape 116"/>
          <p:cNvSpPr/>
          <p:nvPr/>
        </p:nvSpPr>
        <p:spPr>
          <a:xfrm>
            <a:off x="273100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19" name="Shape 117"/>
          <p:cNvSpPr/>
          <p:nvPr/>
        </p:nvSpPr>
        <p:spPr>
          <a:xfrm>
            <a:off x="307238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0" name="Shape 118"/>
          <p:cNvSpPr/>
          <p:nvPr/>
        </p:nvSpPr>
        <p:spPr>
          <a:xfrm>
            <a:off x="341376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1" name="Shape 119"/>
          <p:cNvSpPr/>
          <p:nvPr/>
        </p:nvSpPr>
        <p:spPr>
          <a:xfrm>
            <a:off x="375513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2" name="Shape 120"/>
          <p:cNvSpPr/>
          <p:nvPr/>
        </p:nvSpPr>
        <p:spPr>
          <a:xfrm>
            <a:off x="409651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3" name="Shape 121"/>
          <p:cNvSpPr/>
          <p:nvPr/>
        </p:nvSpPr>
        <p:spPr>
          <a:xfrm>
            <a:off x="443788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4" name="Shape 122"/>
          <p:cNvSpPr/>
          <p:nvPr/>
        </p:nvSpPr>
        <p:spPr>
          <a:xfrm>
            <a:off x="477926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5" name="Shape 123"/>
          <p:cNvSpPr/>
          <p:nvPr/>
        </p:nvSpPr>
        <p:spPr>
          <a:xfrm>
            <a:off x="512064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6" name="Shape 124"/>
          <p:cNvSpPr/>
          <p:nvPr/>
        </p:nvSpPr>
        <p:spPr>
          <a:xfrm>
            <a:off x="546201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7" name="Shape 125"/>
          <p:cNvSpPr/>
          <p:nvPr/>
        </p:nvSpPr>
        <p:spPr>
          <a:xfrm>
            <a:off x="580339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8" name="Shape 126"/>
          <p:cNvSpPr/>
          <p:nvPr/>
        </p:nvSpPr>
        <p:spPr>
          <a:xfrm>
            <a:off x="614476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29" name="Shape 127"/>
          <p:cNvSpPr/>
          <p:nvPr/>
        </p:nvSpPr>
        <p:spPr>
          <a:xfrm>
            <a:off x="648614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0" name="Shape 128"/>
          <p:cNvSpPr/>
          <p:nvPr/>
        </p:nvSpPr>
        <p:spPr>
          <a:xfrm>
            <a:off x="682752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1" name="Shape 129"/>
          <p:cNvSpPr/>
          <p:nvPr/>
        </p:nvSpPr>
        <p:spPr>
          <a:xfrm>
            <a:off x="716889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2" name="Shape 130"/>
          <p:cNvSpPr/>
          <p:nvPr/>
        </p:nvSpPr>
        <p:spPr>
          <a:xfrm>
            <a:off x="751027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3" name="Shape 131"/>
          <p:cNvSpPr/>
          <p:nvPr/>
        </p:nvSpPr>
        <p:spPr>
          <a:xfrm>
            <a:off x="785164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4" name="Shape 132"/>
          <p:cNvSpPr/>
          <p:nvPr/>
        </p:nvSpPr>
        <p:spPr>
          <a:xfrm>
            <a:off x="819302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5" name="Shape 133"/>
          <p:cNvSpPr/>
          <p:nvPr/>
        </p:nvSpPr>
        <p:spPr>
          <a:xfrm>
            <a:off x="853440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6" name="Shape 134"/>
          <p:cNvSpPr/>
          <p:nvPr/>
        </p:nvSpPr>
        <p:spPr>
          <a:xfrm>
            <a:off x="887577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7" name="Shape 135"/>
          <p:cNvSpPr/>
          <p:nvPr/>
        </p:nvSpPr>
        <p:spPr>
          <a:xfrm>
            <a:off x="921715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8" name="Shape 136"/>
          <p:cNvSpPr/>
          <p:nvPr/>
        </p:nvSpPr>
        <p:spPr>
          <a:xfrm>
            <a:off x="955852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39" name="Shape 137"/>
          <p:cNvSpPr/>
          <p:nvPr/>
        </p:nvSpPr>
        <p:spPr>
          <a:xfrm>
            <a:off x="989990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0" name="Shape 138"/>
          <p:cNvSpPr/>
          <p:nvPr/>
        </p:nvSpPr>
        <p:spPr>
          <a:xfrm>
            <a:off x="1024128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1" name="Shape 139"/>
          <p:cNvSpPr/>
          <p:nvPr/>
        </p:nvSpPr>
        <p:spPr>
          <a:xfrm>
            <a:off x="10582656"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2" name="Shape 140"/>
          <p:cNvSpPr/>
          <p:nvPr/>
        </p:nvSpPr>
        <p:spPr>
          <a:xfrm>
            <a:off x="10924032"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3" name="Shape 141"/>
          <p:cNvSpPr/>
          <p:nvPr/>
        </p:nvSpPr>
        <p:spPr>
          <a:xfrm>
            <a:off x="11265408"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4" name="Shape 142"/>
          <p:cNvSpPr/>
          <p:nvPr/>
        </p:nvSpPr>
        <p:spPr>
          <a:xfrm>
            <a:off x="11606784"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5" name="Shape 143"/>
          <p:cNvSpPr/>
          <p:nvPr/>
        </p:nvSpPr>
        <p:spPr>
          <a:xfrm>
            <a:off x="11948160" y="102412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6" name="Shape 144"/>
          <p:cNvSpPr/>
          <p:nvPr/>
        </p:nvSpPr>
        <p:spPr>
          <a:xfrm>
            <a:off x="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7" name="Shape 145"/>
          <p:cNvSpPr/>
          <p:nvPr/>
        </p:nvSpPr>
        <p:spPr>
          <a:xfrm>
            <a:off x="34137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8" name="Shape 146"/>
          <p:cNvSpPr/>
          <p:nvPr/>
        </p:nvSpPr>
        <p:spPr>
          <a:xfrm>
            <a:off x="68275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49" name="Shape 147"/>
          <p:cNvSpPr/>
          <p:nvPr/>
        </p:nvSpPr>
        <p:spPr>
          <a:xfrm>
            <a:off x="102412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0" name="Shape 148"/>
          <p:cNvSpPr/>
          <p:nvPr/>
        </p:nvSpPr>
        <p:spPr>
          <a:xfrm>
            <a:off x="136550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1" name="Shape 149"/>
          <p:cNvSpPr/>
          <p:nvPr/>
        </p:nvSpPr>
        <p:spPr>
          <a:xfrm>
            <a:off x="170688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2" name="Shape 150"/>
          <p:cNvSpPr/>
          <p:nvPr/>
        </p:nvSpPr>
        <p:spPr>
          <a:xfrm>
            <a:off x="204825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3" name="Shape 151"/>
          <p:cNvSpPr/>
          <p:nvPr/>
        </p:nvSpPr>
        <p:spPr>
          <a:xfrm>
            <a:off x="238963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4" name="Shape 152"/>
          <p:cNvSpPr/>
          <p:nvPr/>
        </p:nvSpPr>
        <p:spPr>
          <a:xfrm>
            <a:off x="273100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5" name="Shape 153"/>
          <p:cNvSpPr/>
          <p:nvPr/>
        </p:nvSpPr>
        <p:spPr>
          <a:xfrm>
            <a:off x="307238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6" name="Shape 154"/>
          <p:cNvSpPr/>
          <p:nvPr/>
        </p:nvSpPr>
        <p:spPr>
          <a:xfrm>
            <a:off x="341376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7" name="Shape 155"/>
          <p:cNvSpPr/>
          <p:nvPr/>
        </p:nvSpPr>
        <p:spPr>
          <a:xfrm>
            <a:off x="375513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8" name="Shape 156"/>
          <p:cNvSpPr/>
          <p:nvPr/>
        </p:nvSpPr>
        <p:spPr>
          <a:xfrm>
            <a:off x="409651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59" name="Shape 157"/>
          <p:cNvSpPr/>
          <p:nvPr/>
        </p:nvSpPr>
        <p:spPr>
          <a:xfrm>
            <a:off x="443788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0" name="Shape 158"/>
          <p:cNvSpPr/>
          <p:nvPr/>
        </p:nvSpPr>
        <p:spPr>
          <a:xfrm>
            <a:off x="477926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1" name="Shape 159"/>
          <p:cNvSpPr/>
          <p:nvPr/>
        </p:nvSpPr>
        <p:spPr>
          <a:xfrm>
            <a:off x="512064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2" name="Shape 160"/>
          <p:cNvSpPr/>
          <p:nvPr/>
        </p:nvSpPr>
        <p:spPr>
          <a:xfrm>
            <a:off x="546201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3" name="Shape 161"/>
          <p:cNvSpPr/>
          <p:nvPr/>
        </p:nvSpPr>
        <p:spPr>
          <a:xfrm>
            <a:off x="580339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4" name="Shape 162"/>
          <p:cNvSpPr/>
          <p:nvPr/>
        </p:nvSpPr>
        <p:spPr>
          <a:xfrm>
            <a:off x="614476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5" name="Shape 163"/>
          <p:cNvSpPr/>
          <p:nvPr/>
        </p:nvSpPr>
        <p:spPr>
          <a:xfrm>
            <a:off x="648614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6" name="Shape 164"/>
          <p:cNvSpPr/>
          <p:nvPr/>
        </p:nvSpPr>
        <p:spPr>
          <a:xfrm>
            <a:off x="682752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7" name="Shape 165"/>
          <p:cNvSpPr/>
          <p:nvPr/>
        </p:nvSpPr>
        <p:spPr>
          <a:xfrm>
            <a:off x="716889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8" name="Shape 166"/>
          <p:cNvSpPr/>
          <p:nvPr/>
        </p:nvSpPr>
        <p:spPr>
          <a:xfrm>
            <a:off x="751027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69" name="Shape 167"/>
          <p:cNvSpPr/>
          <p:nvPr/>
        </p:nvSpPr>
        <p:spPr>
          <a:xfrm>
            <a:off x="785164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0" name="Shape 168"/>
          <p:cNvSpPr/>
          <p:nvPr/>
        </p:nvSpPr>
        <p:spPr>
          <a:xfrm>
            <a:off x="819302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1" name="Shape 169"/>
          <p:cNvSpPr/>
          <p:nvPr/>
        </p:nvSpPr>
        <p:spPr>
          <a:xfrm>
            <a:off x="853440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2" name="Shape 170"/>
          <p:cNvSpPr/>
          <p:nvPr/>
        </p:nvSpPr>
        <p:spPr>
          <a:xfrm>
            <a:off x="887577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3" name="Shape 171"/>
          <p:cNvSpPr/>
          <p:nvPr/>
        </p:nvSpPr>
        <p:spPr>
          <a:xfrm>
            <a:off x="921715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4" name="Shape 172"/>
          <p:cNvSpPr/>
          <p:nvPr/>
        </p:nvSpPr>
        <p:spPr>
          <a:xfrm>
            <a:off x="955852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5" name="Shape 173"/>
          <p:cNvSpPr/>
          <p:nvPr/>
        </p:nvSpPr>
        <p:spPr>
          <a:xfrm>
            <a:off x="989990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6" name="Shape 174"/>
          <p:cNvSpPr/>
          <p:nvPr/>
        </p:nvSpPr>
        <p:spPr>
          <a:xfrm>
            <a:off x="1024128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7" name="Shape 175"/>
          <p:cNvSpPr/>
          <p:nvPr/>
        </p:nvSpPr>
        <p:spPr>
          <a:xfrm>
            <a:off x="10582656"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8" name="Shape 176"/>
          <p:cNvSpPr/>
          <p:nvPr/>
        </p:nvSpPr>
        <p:spPr>
          <a:xfrm>
            <a:off x="10924032"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79" name="Shape 177"/>
          <p:cNvSpPr/>
          <p:nvPr/>
        </p:nvSpPr>
        <p:spPr>
          <a:xfrm>
            <a:off x="11265408"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0" name="Shape 178"/>
          <p:cNvSpPr/>
          <p:nvPr/>
        </p:nvSpPr>
        <p:spPr>
          <a:xfrm>
            <a:off x="11606784"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1" name="Shape 179"/>
          <p:cNvSpPr/>
          <p:nvPr/>
        </p:nvSpPr>
        <p:spPr>
          <a:xfrm>
            <a:off x="11948160" y="136550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2" name="Shape 180"/>
          <p:cNvSpPr/>
          <p:nvPr/>
        </p:nvSpPr>
        <p:spPr>
          <a:xfrm>
            <a:off x="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3" name="Shape 181"/>
          <p:cNvSpPr/>
          <p:nvPr/>
        </p:nvSpPr>
        <p:spPr>
          <a:xfrm>
            <a:off x="34137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4" name="Shape 182"/>
          <p:cNvSpPr/>
          <p:nvPr/>
        </p:nvSpPr>
        <p:spPr>
          <a:xfrm>
            <a:off x="68275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5" name="Shape 183"/>
          <p:cNvSpPr/>
          <p:nvPr/>
        </p:nvSpPr>
        <p:spPr>
          <a:xfrm>
            <a:off x="102412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6" name="Shape 184"/>
          <p:cNvSpPr/>
          <p:nvPr/>
        </p:nvSpPr>
        <p:spPr>
          <a:xfrm>
            <a:off x="136550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7" name="Shape 185"/>
          <p:cNvSpPr/>
          <p:nvPr/>
        </p:nvSpPr>
        <p:spPr>
          <a:xfrm>
            <a:off x="170688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8" name="Shape 186"/>
          <p:cNvSpPr/>
          <p:nvPr/>
        </p:nvSpPr>
        <p:spPr>
          <a:xfrm>
            <a:off x="204825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89" name="Shape 187"/>
          <p:cNvSpPr/>
          <p:nvPr/>
        </p:nvSpPr>
        <p:spPr>
          <a:xfrm>
            <a:off x="238963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0" name="Shape 188"/>
          <p:cNvSpPr/>
          <p:nvPr/>
        </p:nvSpPr>
        <p:spPr>
          <a:xfrm>
            <a:off x="273100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1" name="Shape 189"/>
          <p:cNvSpPr/>
          <p:nvPr/>
        </p:nvSpPr>
        <p:spPr>
          <a:xfrm>
            <a:off x="307238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2" name="Shape 190"/>
          <p:cNvSpPr/>
          <p:nvPr/>
        </p:nvSpPr>
        <p:spPr>
          <a:xfrm>
            <a:off x="341376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3" name="Shape 191"/>
          <p:cNvSpPr/>
          <p:nvPr/>
        </p:nvSpPr>
        <p:spPr>
          <a:xfrm>
            <a:off x="375513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4" name="Shape 192"/>
          <p:cNvSpPr/>
          <p:nvPr/>
        </p:nvSpPr>
        <p:spPr>
          <a:xfrm>
            <a:off x="409651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5" name="Shape 193"/>
          <p:cNvSpPr/>
          <p:nvPr/>
        </p:nvSpPr>
        <p:spPr>
          <a:xfrm>
            <a:off x="443788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6" name="Shape 194"/>
          <p:cNvSpPr/>
          <p:nvPr/>
        </p:nvSpPr>
        <p:spPr>
          <a:xfrm>
            <a:off x="477926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7" name="Shape 195"/>
          <p:cNvSpPr/>
          <p:nvPr/>
        </p:nvSpPr>
        <p:spPr>
          <a:xfrm>
            <a:off x="512064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8" name="Shape 196"/>
          <p:cNvSpPr/>
          <p:nvPr/>
        </p:nvSpPr>
        <p:spPr>
          <a:xfrm>
            <a:off x="546201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199" name="Shape 197"/>
          <p:cNvSpPr/>
          <p:nvPr/>
        </p:nvSpPr>
        <p:spPr>
          <a:xfrm>
            <a:off x="580339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0" name="Shape 198"/>
          <p:cNvSpPr/>
          <p:nvPr/>
        </p:nvSpPr>
        <p:spPr>
          <a:xfrm>
            <a:off x="614476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1" name="Shape 199"/>
          <p:cNvSpPr/>
          <p:nvPr/>
        </p:nvSpPr>
        <p:spPr>
          <a:xfrm>
            <a:off x="648614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2" name="Shape 200"/>
          <p:cNvSpPr/>
          <p:nvPr/>
        </p:nvSpPr>
        <p:spPr>
          <a:xfrm>
            <a:off x="682752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3" name="Shape 201"/>
          <p:cNvSpPr/>
          <p:nvPr/>
        </p:nvSpPr>
        <p:spPr>
          <a:xfrm>
            <a:off x="716889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4" name="Shape 202"/>
          <p:cNvSpPr/>
          <p:nvPr/>
        </p:nvSpPr>
        <p:spPr>
          <a:xfrm>
            <a:off x="751027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5" name="Shape 203"/>
          <p:cNvSpPr/>
          <p:nvPr/>
        </p:nvSpPr>
        <p:spPr>
          <a:xfrm>
            <a:off x="785164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6" name="Shape 204"/>
          <p:cNvSpPr/>
          <p:nvPr/>
        </p:nvSpPr>
        <p:spPr>
          <a:xfrm>
            <a:off x="819302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7" name="Shape 205"/>
          <p:cNvSpPr/>
          <p:nvPr/>
        </p:nvSpPr>
        <p:spPr>
          <a:xfrm>
            <a:off x="853440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8" name="Shape 206"/>
          <p:cNvSpPr/>
          <p:nvPr/>
        </p:nvSpPr>
        <p:spPr>
          <a:xfrm>
            <a:off x="887577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09" name="Shape 207"/>
          <p:cNvSpPr/>
          <p:nvPr/>
        </p:nvSpPr>
        <p:spPr>
          <a:xfrm>
            <a:off x="921715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0" name="Shape 208"/>
          <p:cNvSpPr/>
          <p:nvPr/>
        </p:nvSpPr>
        <p:spPr>
          <a:xfrm>
            <a:off x="955852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1" name="Shape 209"/>
          <p:cNvSpPr/>
          <p:nvPr/>
        </p:nvSpPr>
        <p:spPr>
          <a:xfrm>
            <a:off x="989990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2" name="Shape 210"/>
          <p:cNvSpPr/>
          <p:nvPr/>
        </p:nvSpPr>
        <p:spPr>
          <a:xfrm>
            <a:off x="1024128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3" name="Shape 211"/>
          <p:cNvSpPr/>
          <p:nvPr/>
        </p:nvSpPr>
        <p:spPr>
          <a:xfrm>
            <a:off x="10582656"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4" name="Shape 212"/>
          <p:cNvSpPr/>
          <p:nvPr/>
        </p:nvSpPr>
        <p:spPr>
          <a:xfrm>
            <a:off x="10924032"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5" name="Shape 213"/>
          <p:cNvSpPr/>
          <p:nvPr/>
        </p:nvSpPr>
        <p:spPr>
          <a:xfrm>
            <a:off x="11265408"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6" name="Shape 214"/>
          <p:cNvSpPr/>
          <p:nvPr/>
        </p:nvSpPr>
        <p:spPr>
          <a:xfrm>
            <a:off x="11606784"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7" name="Shape 215"/>
          <p:cNvSpPr/>
          <p:nvPr/>
        </p:nvSpPr>
        <p:spPr>
          <a:xfrm>
            <a:off x="11948160" y="170688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8" name="Shape 216"/>
          <p:cNvSpPr/>
          <p:nvPr/>
        </p:nvSpPr>
        <p:spPr>
          <a:xfrm>
            <a:off x="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19" name="Shape 217"/>
          <p:cNvSpPr/>
          <p:nvPr/>
        </p:nvSpPr>
        <p:spPr>
          <a:xfrm>
            <a:off x="34137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0" name="Shape 218"/>
          <p:cNvSpPr/>
          <p:nvPr/>
        </p:nvSpPr>
        <p:spPr>
          <a:xfrm>
            <a:off x="68275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1" name="Shape 219"/>
          <p:cNvSpPr/>
          <p:nvPr/>
        </p:nvSpPr>
        <p:spPr>
          <a:xfrm>
            <a:off x="102412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2" name="Shape 220"/>
          <p:cNvSpPr/>
          <p:nvPr/>
        </p:nvSpPr>
        <p:spPr>
          <a:xfrm>
            <a:off x="136550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3" name="Shape 221"/>
          <p:cNvSpPr/>
          <p:nvPr/>
        </p:nvSpPr>
        <p:spPr>
          <a:xfrm>
            <a:off x="170688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4" name="Shape 222"/>
          <p:cNvSpPr/>
          <p:nvPr/>
        </p:nvSpPr>
        <p:spPr>
          <a:xfrm>
            <a:off x="204825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5" name="Shape 223"/>
          <p:cNvSpPr/>
          <p:nvPr/>
        </p:nvSpPr>
        <p:spPr>
          <a:xfrm>
            <a:off x="238963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6" name="Shape 224"/>
          <p:cNvSpPr/>
          <p:nvPr/>
        </p:nvSpPr>
        <p:spPr>
          <a:xfrm>
            <a:off x="273100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7" name="Shape 225"/>
          <p:cNvSpPr/>
          <p:nvPr/>
        </p:nvSpPr>
        <p:spPr>
          <a:xfrm>
            <a:off x="307238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8" name="Shape 226"/>
          <p:cNvSpPr/>
          <p:nvPr/>
        </p:nvSpPr>
        <p:spPr>
          <a:xfrm>
            <a:off x="341376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29" name="Shape 227"/>
          <p:cNvSpPr/>
          <p:nvPr/>
        </p:nvSpPr>
        <p:spPr>
          <a:xfrm>
            <a:off x="375513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0" name="Shape 228"/>
          <p:cNvSpPr/>
          <p:nvPr/>
        </p:nvSpPr>
        <p:spPr>
          <a:xfrm>
            <a:off x="409651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1" name="Shape 229"/>
          <p:cNvSpPr/>
          <p:nvPr/>
        </p:nvSpPr>
        <p:spPr>
          <a:xfrm>
            <a:off x="443788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2" name="Shape 230"/>
          <p:cNvSpPr/>
          <p:nvPr/>
        </p:nvSpPr>
        <p:spPr>
          <a:xfrm>
            <a:off x="477926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3" name="Shape 231"/>
          <p:cNvSpPr/>
          <p:nvPr/>
        </p:nvSpPr>
        <p:spPr>
          <a:xfrm>
            <a:off x="512064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4" name="Shape 232"/>
          <p:cNvSpPr/>
          <p:nvPr/>
        </p:nvSpPr>
        <p:spPr>
          <a:xfrm>
            <a:off x="546201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5" name="Shape 233"/>
          <p:cNvSpPr/>
          <p:nvPr/>
        </p:nvSpPr>
        <p:spPr>
          <a:xfrm>
            <a:off x="580339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6" name="Shape 234"/>
          <p:cNvSpPr/>
          <p:nvPr/>
        </p:nvSpPr>
        <p:spPr>
          <a:xfrm>
            <a:off x="614476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7" name="Shape 235"/>
          <p:cNvSpPr/>
          <p:nvPr/>
        </p:nvSpPr>
        <p:spPr>
          <a:xfrm>
            <a:off x="648614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8" name="Shape 236"/>
          <p:cNvSpPr/>
          <p:nvPr/>
        </p:nvSpPr>
        <p:spPr>
          <a:xfrm>
            <a:off x="682752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39" name="Shape 237"/>
          <p:cNvSpPr/>
          <p:nvPr/>
        </p:nvSpPr>
        <p:spPr>
          <a:xfrm>
            <a:off x="716889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0" name="Shape 238"/>
          <p:cNvSpPr/>
          <p:nvPr/>
        </p:nvSpPr>
        <p:spPr>
          <a:xfrm>
            <a:off x="751027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1" name="Shape 239"/>
          <p:cNvSpPr/>
          <p:nvPr/>
        </p:nvSpPr>
        <p:spPr>
          <a:xfrm>
            <a:off x="785164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2" name="Shape 240"/>
          <p:cNvSpPr/>
          <p:nvPr/>
        </p:nvSpPr>
        <p:spPr>
          <a:xfrm>
            <a:off x="819302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3" name="Shape 241"/>
          <p:cNvSpPr/>
          <p:nvPr/>
        </p:nvSpPr>
        <p:spPr>
          <a:xfrm>
            <a:off x="853440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4" name="Shape 242"/>
          <p:cNvSpPr/>
          <p:nvPr/>
        </p:nvSpPr>
        <p:spPr>
          <a:xfrm>
            <a:off x="887577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5" name="Shape 243"/>
          <p:cNvSpPr/>
          <p:nvPr/>
        </p:nvSpPr>
        <p:spPr>
          <a:xfrm>
            <a:off x="921715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6" name="Shape 244"/>
          <p:cNvSpPr/>
          <p:nvPr/>
        </p:nvSpPr>
        <p:spPr>
          <a:xfrm>
            <a:off x="955852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7" name="Shape 245"/>
          <p:cNvSpPr/>
          <p:nvPr/>
        </p:nvSpPr>
        <p:spPr>
          <a:xfrm>
            <a:off x="989990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8" name="Shape 246"/>
          <p:cNvSpPr/>
          <p:nvPr/>
        </p:nvSpPr>
        <p:spPr>
          <a:xfrm>
            <a:off x="1024128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49" name="Shape 247"/>
          <p:cNvSpPr/>
          <p:nvPr/>
        </p:nvSpPr>
        <p:spPr>
          <a:xfrm>
            <a:off x="10582656"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0" name="Shape 248"/>
          <p:cNvSpPr/>
          <p:nvPr/>
        </p:nvSpPr>
        <p:spPr>
          <a:xfrm>
            <a:off x="10924032"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1" name="Shape 249"/>
          <p:cNvSpPr/>
          <p:nvPr/>
        </p:nvSpPr>
        <p:spPr>
          <a:xfrm>
            <a:off x="11265408"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2" name="Shape 250"/>
          <p:cNvSpPr/>
          <p:nvPr/>
        </p:nvSpPr>
        <p:spPr>
          <a:xfrm>
            <a:off x="11606784"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3" name="Shape 251"/>
          <p:cNvSpPr/>
          <p:nvPr/>
        </p:nvSpPr>
        <p:spPr>
          <a:xfrm>
            <a:off x="11948160" y="204825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4" name="Shape 252"/>
          <p:cNvSpPr/>
          <p:nvPr/>
        </p:nvSpPr>
        <p:spPr>
          <a:xfrm>
            <a:off x="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5" name="Shape 253"/>
          <p:cNvSpPr/>
          <p:nvPr/>
        </p:nvSpPr>
        <p:spPr>
          <a:xfrm>
            <a:off x="34137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6" name="Shape 254"/>
          <p:cNvSpPr/>
          <p:nvPr/>
        </p:nvSpPr>
        <p:spPr>
          <a:xfrm>
            <a:off x="68275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7" name="Shape 255"/>
          <p:cNvSpPr/>
          <p:nvPr/>
        </p:nvSpPr>
        <p:spPr>
          <a:xfrm>
            <a:off x="102412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8" name="Shape 256"/>
          <p:cNvSpPr/>
          <p:nvPr/>
        </p:nvSpPr>
        <p:spPr>
          <a:xfrm>
            <a:off x="136550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59" name="Shape 257"/>
          <p:cNvSpPr/>
          <p:nvPr/>
        </p:nvSpPr>
        <p:spPr>
          <a:xfrm>
            <a:off x="170688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0" name="Shape 258"/>
          <p:cNvSpPr/>
          <p:nvPr/>
        </p:nvSpPr>
        <p:spPr>
          <a:xfrm>
            <a:off x="204825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1" name="Shape 259"/>
          <p:cNvSpPr/>
          <p:nvPr/>
        </p:nvSpPr>
        <p:spPr>
          <a:xfrm>
            <a:off x="238963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2" name="Shape 260"/>
          <p:cNvSpPr/>
          <p:nvPr/>
        </p:nvSpPr>
        <p:spPr>
          <a:xfrm>
            <a:off x="273100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3" name="Shape 261"/>
          <p:cNvSpPr/>
          <p:nvPr/>
        </p:nvSpPr>
        <p:spPr>
          <a:xfrm>
            <a:off x="307238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4" name="Shape 262"/>
          <p:cNvSpPr/>
          <p:nvPr/>
        </p:nvSpPr>
        <p:spPr>
          <a:xfrm>
            <a:off x="341376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5" name="Shape 263"/>
          <p:cNvSpPr/>
          <p:nvPr/>
        </p:nvSpPr>
        <p:spPr>
          <a:xfrm>
            <a:off x="375513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6" name="Shape 264"/>
          <p:cNvSpPr/>
          <p:nvPr/>
        </p:nvSpPr>
        <p:spPr>
          <a:xfrm>
            <a:off x="409651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7" name="Shape 265"/>
          <p:cNvSpPr/>
          <p:nvPr/>
        </p:nvSpPr>
        <p:spPr>
          <a:xfrm>
            <a:off x="443788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8" name="Shape 266"/>
          <p:cNvSpPr/>
          <p:nvPr/>
        </p:nvSpPr>
        <p:spPr>
          <a:xfrm>
            <a:off x="477926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69" name="Shape 267"/>
          <p:cNvSpPr/>
          <p:nvPr/>
        </p:nvSpPr>
        <p:spPr>
          <a:xfrm>
            <a:off x="512064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0" name="Shape 268"/>
          <p:cNvSpPr/>
          <p:nvPr/>
        </p:nvSpPr>
        <p:spPr>
          <a:xfrm>
            <a:off x="546201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1" name="Shape 269"/>
          <p:cNvSpPr/>
          <p:nvPr/>
        </p:nvSpPr>
        <p:spPr>
          <a:xfrm>
            <a:off x="580339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2" name="Shape 270"/>
          <p:cNvSpPr/>
          <p:nvPr/>
        </p:nvSpPr>
        <p:spPr>
          <a:xfrm>
            <a:off x="614476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3" name="Shape 271"/>
          <p:cNvSpPr/>
          <p:nvPr/>
        </p:nvSpPr>
        <p:spPr>
          <a:xfrm>
            <a:off x="648614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4" name="Shape 272"/>
          <p:cNvSpPr/>
          <p:nvPr/>
        </p:nvSpPr>
        <p:spPr>
          <a:xfrm>
            <a:off x="682752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5" name="Shape 273"/>
          <p:cNvSpPr/>
          <p:nvPr/>
        </p:nvSpPr>
        <p:spPr>
          <a:xfrm>
            <a:off x="716889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6" name="Shape 274"/>
          <p:cNvSpPr/>
          <p:nvPr/>
        </p:nvSpPr>
        <p:spPr>
          <a:xfrm>
            <a:off x="751027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7" name="Shape 275"/>
          <p:cNvSpPr/>
          <p:nvPr/>
        </p:nvSpPr>
        <p:spPr>
          <a:xfrm>
            <a:off x="785164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8" name="Shape 276"/>
          <p:cNvSpPr/>
          <p:nvPr/>
        </p:nvSpPr>
        <p:spPr>
          <a:xfrm>
            <a:off x="819302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79" name="Shape 277"/>
          <p:cNvSpPr/>
          <p:nvPr/>
        </p:nvSpPr>
        <p:spPr>
          <a:xfrm>
            <a:off x="853440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0" name="Shape 278"/>
          <p:cNvSpPr/>
          <p:nvPr/>
        </p:nvSpPr>
        <p:spPr>
          <a:xfrm>
            <a:off x="887577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1" name="Shape 279"/>
          <p:cNvSpPr/>
          <p:nvPr/>
        </p:nvSpPr>
        <p:spPr>
          <a:xfrm>
            <a:off x="921715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2" name="Shape 280"/>
          <p:cNvSpPr/>
          <p:nvPr/>
        </p:nvSpPr>
        <p:spPr>
          <a:xfrm>
            <a:off x="955852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3" name="Shape 281"/>
          <p:cNvSpPr/>
          <p:nvPr/>
        </p:nvSpPr>
        <p:spPr>
          <a:xfrm>
            <a:off x="989990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4" name="Shape 282"/>
          <p:cNvSpPr/>
          <p:nvPr/>
        </p:nvSpPr>
        <p:spPr>
          <a:xfrm>
            <a:off x="1024128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5" name="Shape 283"/>
          <p:cNvSpPr/>
          <p:nvPr/>
        </p:nvSpPr>
        <p:spPr>
          <a:xfrm>
            <a:off x="10582656"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6" name="Shape 284"/>
          <p:cNvSpPr/>
          <p:nvPr/>
        </p:nvSpPr>
        <p:spPr>
          <a:xfrm>
            <a:off x="10924032"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7" name="Shape 285"/>
          <p:cNvSpPr/>
          <p:nvPr/>
        </p:nvSpPr>
        <p:spPr>
          <a:xfrm>
            <a:off x="11265408"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8" name="Shape 286"/>
          <p:cNvSpPr/>
          <p:nvPr/>
        </p:nvSpPr>
        <p:spPr>
          <a:xfrm>
            <a:off x="11606784"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89" name="Shape 287"/>
          <p:cNvSpPr/>
          <p:nvPr/>
        </p:nvSpPr>
        <p:spPr>
          <a:xfrm>
            <a:off x="11948160" y="238963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0" name="Shape 288"/>
          <p:cNvSpPr/>
          <p:nvPr/>
        </p:nvSpPr>
        <p:spPr>
          <a:xfrm>
            <a:off x="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1" name="Shape 289"/>
          <p:cNvSpPr/>
          <p:nvPr/>
        </p:nvSpPr>
        <p:spPr>
          <a:xfrm>
            <a:off x="34137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2" name="Shape 290"/>
          <p:cNvSpPr/>
          <p:nvPr/>
        </p:nvSpPr>
        <p:spPr>
          <a:xfrm>
            <a:off x="68275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3" name="Shape 291"/>
          <p:cNvSpPr/>
          <p:nvPr/>
        </p:nvSpPr>
        <p:spPr>
          <a:xfrm>
            <a:off x="102412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4" name="Shape 292"/>
          <p:cNvSpPr/>
          <p:nvPr/>
        </p:nvSpPr>
        <p:spPr>
          <a:xfrm>
            <a:off x="136550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5" name="Shape 293"/>
          <p:cNvSpPr/>
          <p:nvPr/>
        </p:nvSpPr>
        <p:spPr>
          <a:xfrm>
            <a:off x="170688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6" name="Shape 294"/>
          <p:cNvSpPr/>
          <p:nvPr/>
        </p:nvSpPr>
        <p:spPr>
          <a:xfrm>
            <a:off x="204825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7" name="Shape 295"/>
          <p:cNvSpPr/>
          <p:nvPr/>
        </p:nvSpPr>
        <p:spPr>
          <a:xfrm>
            <a:off x="238963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8" name="Shape 296"/>
          <p:cNvSpPr/>
          <p:nvPr/>
        </p:nvSpPr>
        <p:spPr>
          <a:xfrm>
            <a:off x="273100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299" name="Shape 297"/>
          <p:cNvSpPr/>
          <p:nvPr/>
        </p:nvSpPr>
        <p:spPr>
          <a:xfrm>
            <a:off x="307238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0" name="Shape 298"/>
          <p:cNvSpPr/>
          <p:nvPr/>
        </p:nvSpPr>
        <p:spPr>
          <a:xfrm>
            <a:off x="341376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1" name="Shape 299"/>
          <p:cNvSpPr/>
          <p:nvPr/>
        </p:nvSpPr>
        <p:spPr>
          <a:xfrm>
            <a:off x="375513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2" name="Shape 300"/>
          <p:cNvSpPr/>
          <p:nvPr/>
        </p:nvSpPr>
        <p:spPr>
          <a:xfrm>
            <a:off x="409651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3" name="Shape 301"/>
          <p:cNvSpPr/>
          <p:nvPr/>
        </p:nvSpPr>
        <p:spPr>
          <a:xfrm>
            <a:off x="443788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4" name="Shape 302"/>
          <p:cNvSpPr/>
          <p:nvPr/>
        </p:nvSpPr>
        <p:spPr>
          <a:xfrm>
            <a:off x="477926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5" name="Shape 303"/>
          <p:cNvSpPr/>
          <p:nvPr/>
        </p:nvSpPr>
        <p:spPr>
          <a:xfrm>
            <a:off x="512064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6" name="Shape 304"/>
          <p:cNvSpPr/>
          <p:nvPr/>
        </p:nvSpPr>
        <p:spPr>
          <a:xfrm>
            <a:off x="546201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7" name="Shape 305"/>
          <p:cNvSpPr/>
          <p:nvPr/>
        </p:nvSpPr>
        <p:spPr>
          <a:xfrm>
            <a:off x="580339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8" name="Shape 306"/>
          <p:cNvSpPr/>
          <p:nvPr/>
        </p:nvSpPr>
        <p:spPr>
          <a:xfrm>
            <a:off x="614476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09" name="Shape 307"/>
          <p:cNvSpPr/>
          <p:nvPr/>
        </p:nvSpPr>
        <p:spPr>
          <a:xfrm>
            <a:off x="648614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0" name="Shape 308"/>
          <p:cNvSpPr/>
          <p:nvPr/>
        </p:nvSpPr>
        <p:spPr>
          <a:xfrm>
            <a:off x="682752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1" name="Shape 309"/>
          <p:cNvSpPr/>
          <p:nvPr/>
        </p:nvSpPr>
        <p:spPr>
          <a:xfrm>
            <a:off x="716889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2" name="Shape 310"/>
          <p:cNvSpPr/>
          <p:nvPr/>
        </p:nvSpPr>
        <p:spPr>
          <a:xfrm>
            <a:off x="751027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3" name="Shape 311"/>
          <p:cNvSpPr/>
          <p:nvPr/>
        </p:nvSpPr>
        <p:spPr>
          <a:xfrm>
            <a:off x="785164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4" name="Shape 312"/>
          <p:cNvSpPr/>
          <p:nvPr/>
        </p:nvSpPr>
        <p:spPr>
          <a:xfrm>
            <a:off x="819302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5" name="Shape 313"/>
          <p:cNvSpPr/>
          <p:nvPr/>
        </p:nvSpPr>
        <p:spPr>
          <a:xfrm>
            <a:off x="853440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6" name="Shape 314"/>
          <p:cNvSpPr/>
          <p:nvPr/>
        </p:nvSpPr>
        <p:spPr>
          <a:xfrm>
            <a:off x="887577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7" name="Shape 315"/>
          <p:cNvSpPr/>
          <p:nvPr/>
        </p:nvSpPr>
        <p:spPr>
          <a:xfrm>
            <a:off x="921715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8" name="Shape 316"/>
          <p:cNvSpPr/>
          <p:nvPr/>
        </p:nvSpPr>
        <p:spPr>
          <a:xfrm>
            <a:off x="955852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19" name="Shape 317"/>
          <p:cNvSpPr/>
          <p:nvPr/>
        </p:nvSpPr>
        <p:spPr>
          <a:xfrm>
            <a:off x="989990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0" name="Shape 318"/>
          <p:cNvSpPr/>
          <p:nvPr/>
        </p:nvSpPr>
        <p:spPr>
          <a:xfrm>
            <a:off x="1024128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1" name="Shape 319"/>
          <p:cNvSpPr/>
          <p:nvPr/>
        </p:nvSpPr>
        <p:spPr>
          <a:xfrm>
            <a:off x="10582656"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2" name="Shape 320"/>
          <p:cNvSpPr/>
          <p:nvPr/>
        </p:nvSpPr>
        <p:spPr>
          <a:xfrm>
            <a:off x="10924032"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3" name="Shape 321"/>
          <p:cNvSpPr/>
          <p:nvPr/>
        </p:nvSpPr>
        <p:spPr>
          <a:xfrm>
            <a:off x="11265408"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4" name="Shape 322"/>
          <p:cNvSpPr/>
          <p:nvPr/>
        </p:nvSpPr>
        <p:spPr>
          <a:xfrm>
            <a:off x="11606784"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5" name="Shape 323"/>
          <p:cNvSpPr/>
          <p:nvPr/>
        </p:nvSpPr>
        <p:spPr>
          <a:xfrm>
            <a:off x="11948160" y="273100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6" name="Shape 324"/>
          <p:cNvSpPr/>
          <p:nvPr/>
        </p:nvSpPr>
        <p:spPr>
          <a:xfrm>
            <a:off x="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7" name="Shape 325"/>
          <p:cNvSpPr/>
          <p:nvPr/>
        </p:nvSpPr>
        <p:spPr>
          <a:xfrm>
            <a:off x="34137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8" name="Shape 326"/>
          <p:cNvSpPr/>
          <p:nvPr/>
        </p:nvSpPr>
        <p:spPr>
          <a:xfrm>
            <a:off x="68275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29" name="Shape 327"/>
          <p:cNvSpPr/>
          <p:nvPr/>
        </p:nvSpPr>
        <p:spPr>
          <a:xfrm>
            <a:off x="102412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0" name="Shape 328"/>
          <p:cNvSpPr/>
          <p:nvPr/>
        </p:nvSpPr>
        <p:spPr>
          <a:xfrm>
            <a:off x="136550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1" name="Shape 329"/>
          <p:cNvSpPr/>
          <p:nvPr/>
        </p:nvSpPr>
        <p:spPr>
          <a:xfrm>
            <a:off x="170688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2" name="Shape 330"/>
          <p:cNvSpPr/>
          <p:nvPr/>
        </p:nvSpPr>
        <p:spPr>
          <a:xfrm>
            <a:off x="204825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3" name="Shape 331"/>
          <p:cNvSpPr/>
          <p:nvPr/>
        </p:nvSpPr>
        <p:spPr>
          <a:xfrm>
            <a:off x="238963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4" name="Shape 332"/>
          <p:cNvSpPr/>
          <p:nvPr/>
        </p:nvSpPr>
        <p:spPr>
          <a:xfrm>
            <a:off x="273100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5" name="Shape 333"/>
          <p:cNvSpPr/>
          <p:nvPr/>
        </p:nvSpPr>
        <p:spPr>
          <a:xfrm>
            <a:off x="307238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6" name="Shape 334"/>
          <p:cNvSpPr/>
          <p:nvPr/>
        </p:nvSpPr>
        <p:spPr>
          <a:xfrm>
            <a:off x="341376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7" name="Shape 335"/>
          <p:cNvSpPr/>
          <p:nvPr/>
        </p:nvSpPr>
        <p:spPr>
          <a:xfrm>
            <a:off x="375513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8" name="Shape 336"/>
          <p:cNvSpPr/>
          <p:nvPr/>
        </p:nvSpPr>
        <p:spPr>
          <a:xfrm>
            <a:off x="409651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39" name="Shape 337"/>
          <p:cNvSpPr/>
          <p:nvPr/>
        </p:nvSpPr>
        <p:spPr>
          <a:xfrm>
            <a:off x="443788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0" name="Shape 338"/>
          <p:cNvSpPr/>
          <p:nvPr/>
        </p:nvSpPr>
        <p:spPr>
          <a:xfrm>
            <a:off x="477926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1" name="Shape 339"/>
          <p:cNvSpPr/>
          <p:nvPr/>
        </p:nvSpPr>
        <p:spPr>
          <a:xfrm>
            <a:off x="512064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2" name="Shape 340"/>
          <p:cNvSpPr/>
          <p:nvPr/>
        </p:nvSpPr>
        <p:spPr>
          <a:xfrm>
            <a:off x="546201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3" name="Shape 341"/>
          <p:cNvSpPr/>
          <p:nvPr/>
        </p:nvSpPr>
        <p:spPr>
          <a:xfrm>
            <a:off x="580339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4" name="Shape 342"/>
          <p:cNvSpPr/>
          <p:nvPr/>
        </p:nvSpPr>
        <p:spPr>
          <a:xfrm>
            <a:off x="614476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5" name="Shape 343"/>
          <p:cNvSpPr/>
          <p:nvPr/>
        </p:nvSpPr>
        <p:spPr>
          <a:xfrm>
            <a:off x="648614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6" name="Shape 344"/>
          <p:cNvSpPr/>
          <p:nvPr/>
        </p:nvSpPr>
        <p:spPr>
          <a:xfrm>
            <a:off x="682752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7" name="Shape 345"/>
          <p:cNvSpPr/>
          <p:nvPr/>
        </p:nvSpPr>
        <p:spPr>
          <a:xfrm>
            <a:off x="716889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8" name="Shape 346"/>
          <p:cNvSpPr/>
          <p:nvPr/>
        </p:nvSpPr>
        <p:spPr>
          <a:xfrm>
            <a:off x="751027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49" name="Shape 347"/>
          <p:cNvSpPr/>
          <p:nvPr/>
        </p:nvSpPr>
        <p:spPr>
          <a:xfrm>
            <a:off x="785164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0" name="Shape 348"/>
          <p:cNvSpPr/>
          <p:nvPr/>
        </p:nvSpPr>
        <p:spPr>
          <a:xfrm>
            <a:off x="819302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1" name="Shape 349"/>
          <p:cNvSpPr/>
          <p:nvPr/>
        </p:nvSpPr>
        <p:spPr>
          <a:xfrm>
            <a:off x="853440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2" name="Shape 350"/>
          <p:cNvSpPr/>
          <p:nvPr/>
        </p:nvSpPr>
        <p:spPr>
          <a:xfrm>
            <a:off x="887577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3" name="Shape 351"/>
          <p:cNvSpPr/>
          <p:nvPr/>
        </p:nvSpPr>
        <p:spPr>
          <a:xfrm>
            <a:off x="921715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4" name="Shape 352"/>
          <p:cNvSpPr/>
          <p:nvPr/>
        </p:nvSpPr>
        <p:spPr>
          <a:xfrm>
            <a:off x="955852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5" name="Shape 353"/>
          <p:cNvSpPr/>
          <p:nvPr/>
        </p:nvSpPr>
        <p:spPr>
          <a:xfrm>
            <a:off x="989990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6" name="Shape 354"/>
          <p:cNvSpPr/>
          <p:nvPr/>
        </p:nvSpPr>
        <p:spPr>
          <a:xfrm>
            <a:off x="1024128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7" name="Shape 355"/>
          <p:cNvSpPr/>
          <p:nvPr/>
        </p:nvSpPr>
        <p:spPr>
          <a:xfrm>
            <a:off x="10582656"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8" name="Shape 356"/>
          <p:cNvSpPr/>
          <p:nvPr/>
        </p:nvSpPr>
        <p:spPr>
          <a:xfrm>
            <a:off x="10924032"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59" name="Shape 357"/>
          <p:cNvSpPr/>
          <p:nvPr/>
        </p:nvSpPr>
        <p:spPr>
          <a:xfrm>
            <a:off x="11265408"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0" name="Shape 358"/>
          <p:cNvSpPr/>
          <p:nvPr/>
        </p:nvSpPr>
        <p:spPr>
          <a:xfrm>
            <a:off x="11606784"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1" name="Shape 359"/>
          <p:cNvSpPr/>
          <p:nvPr/>
        </p:nvSpPr>
        <p:spPr>
          <a:xfrm>
            <a:off x="11948160" y="307238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2" name="Shape 360"/>
          <p:cNvSpPr/>
          <p:nvPr/>
        </p:nvSpPr>
        <p:spPr>
          <a:xfrm>
            <a:off x="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3" name="Shape 361"/>
          <p:cNvSpPr/>
          <p:nvPr/>
        </p:nvSpPr>
        <p:spPr>
          <a:xfrm>
            <a:off x="34137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4" name="Shape 362"/>
          <p:cNvSpPr/>
          <p:nvPr/>
        </p:nvSpPr>
        <p:spPr>
          <a:xfrm>
            <a:off x="68275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5" name="Shape 363"/>
          <p:cNvSpPr/>
          <p:nvPr/>
        </p:nvSpPr>
        <p:spPr>
          <a:xfrm>
            <a:off x="102412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6" name="Shape 364"/>
          <p:cNvSpPr/>
          <p:nvPr/>
        </p:nvSpPr>
        <p:spPr>
          <a:xfrm>
            <a:off x="136550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7" name="Shape 365"/>
          <p:cNvSpPr/>
          <p:nvPr/>
        </p:nvSpPr>
        <p:spPr>
          <a:xfrm>
            <a:off x="170688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8" name="Shape 366"/>
          <p:cNvSpPr/>
          <p:nvPr/>
        </p:nvSpPr>
        <p:spPr>
          <a:xfrm>
            <a:off x="204825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69" name="Shape 367"/>
          <p:cNvSpPr/>
          <p:nvPr/>
        </p:nvSpPr>
        <p:spPr>
          <a:xfrm>
            <a:off x="238963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0" name="Shape 368"/>
          <p:cNvSpPr/>
          <p:nvPr/>
        </p:nvSpPr>
        <p:spPr>
          <a:xfrm>
            <a:off x="273100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1" name="Shape 369"/>
          <p:cNvSpPr/>
          <p:nvPr/>
        </p:nvSpPr>
        <p:spPr>
          <a:xfrm>
            <a:off x="307238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2" name="Shape 370"/>
          <p:cNvSpPr/>
          <p:nvPr/>
        </p:nvSpPr>
        <p:spPr>
          <a:xfrm>
            <a:off x="341376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3" name="Shape 371"/>
          <p:cNvSpPr/>
          <p:nvPr/>
        </p:nvSpPr>
        <p:spPr>
          <a:xfrm>
            <a:off x="375513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4" name="Shape 372"/>
          <p:cNvSpPr/>
          <p:nvPr/>
        </p:nvSpPr>
        <p:spPr>
          <a:xfrm>
            <a:off x="409651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5" name="Shape 373"/>
          <p:cNvSpPr/>
          <p:nvPr/>
        </p:nvSpPr>
        <p:spPr>
          <a:xfrm>
            <a:off x="443788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6" name="Shape 374"/>
          <p:cNvSpPr/>
          <p:nvPr/>
        </p:nvSpPr>
        <p:spPr>
          <a:xfrm>
            <a:off x="477926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7" name="Shape 375"/>
          <p:cNvSpPr/>
          <p:nvPr/>
        </p:nvSpPr>
        <p:spPr>
          <a:xfrm>
            <a:off x="512064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8" name="Shape 376"/>
          <p:cNvSpPr/>
          <p:nvPr/>
        </p:nvSpPr>
        <p:spPr>
          <a:xfrm>
            <a:off x="546201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79" name="Shape 377"/>
          <p:cNvSpPr/>
          <p:nvPr/>
        </p:nvSpPr>
        <p:spPr>
          <a:xfrm>
            <a:off x="580339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0" name="Shape 378"/>
          <p:cNvSpPr/>
          <p:nvPr/>
        </p:nvSpPr>
        <p:spPr>
          <a:xfrm>
            <a:off x="614476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1" name="Shape 379"/>
          <p:cNvSpPr/>
          <p:nvPr/>
        </p:nvSpPr>
        <p:spPr>
          <a:xfrm>
            <a:off x="648614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2" name="Shape 380"/>
          <p:cNvSpPr/>
          <p:nvPr/>
        </p:nvSpPr>
        <p:spPr>
          <a:xfrm>
            <a:off x="682752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3" name="Shape 381"/>
          <p:cNvSpPr/>
          <p:nvPr/>
        </p:nvSpPr>
        <p:spPr>
          <a:xfrm>
            <a:off x="716889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4" name="Shape 382"/>
          <p:cNvSpPr/>
          <p:nvPr/>
        </p:nvSpPr>
        <p:spPr>
          <a:xfrm>
            <a:off x="751027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5" name="Shape 383"/>
          <p:cNvSpPr/>
          <p:nvPr/>
        </p:nvSpPr>
        <p:spPr>
          <a:xfrm>
            <a:off x="785164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6" name="Shape 384"/>
          <p:cNvSpPr/>
          <p:nvPr/>
        </p:nvSpPr>
        <p:spPr>
          <a:xfrm>
            <a:off x="819302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7" name="Shape 385"/>
          <p:cNvSpPr/>
          <p:nvPr/>
        </p:nvSpPr>
        <p:spPr>
          <a:xfrm>
            <a:off x="853440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8" name="Shape 386"/>
          <p:cNvSpPr/>
          <p:nvPr/>
        </p:nvSpPr>
        <p:spPr>
          <a:xfrm>
            <a:off x="887577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89" name="Shape 387"/>
          <p:cNvSpPr/>
          <p:nvPr/>
        </p:nvSpPr>
        <p:spPr>
          <a:xfrm>
            <a:off x="921715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0" name="Shape 388"/>
          <p:cNvSpPr/>
          <p:nvPr/>
        </p:nvSpPr>
        <p:spPr>
          <a:xfrm>
            <a:off x="955852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1" name="Shape 389"/>
          <p:cNvSpPr/>
          <p:nvPr/>
        </p:nvSpPr>
        <p:spPr>
          <a:xfrm>
            <a:off x="989990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2" name="Shape 390"/>
          <p:cNvSpPr/>
          <p:nvPr/>
        </p:nvSpPr>
        <p:spPr>
          <a:xfrm>
            <a:off x="1024128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3" name="Shape 391"/>
          <p:cNvSpPr/>
          <p:nvPr/>
        </p:nvSpPr>
        <p:spPr>
          <a:xfrm>
            <a:off x="10582656"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4" name="Shape 392"/>
          <p:cNvSpPr/>
          <p:nvPr/>
        </p:nvSpPr>
        <p:spPr>
          <a:xfrm>
            <a:off x="10924032"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5" name="Shape 393"/>
          <p:cNvSpPr/>
          <p:nvPr/>
        </p:nvSpPr>
        <p:spPr>
          <a:xfrm>
            <a:off x="11265408"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6" name="Shape 394"/>
          <p:cNvSpPr/>
          <p:nvPr/>
        </p:nvSpPr>
        <p:spPr>
          <a:xfrm>
            <a:off x="11606784"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7" name="Shape 395"/>
          <p:cNvSpPr/>
          <p:nvPr/>
        </p:nvSpPr>
        <p:spPr>
          <a:xfrm>
            <a:off x="11948160" y="341376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8" name="Shape 396"/>
          <p:cNvSpPr/>
          <p:nvPr/>
        </p:nvSpPr>
        <p:spPr>
          <a:xfrm>
            <a:off x="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399" name="Shape 397"/>
          <p:cNvSpPr/>
          <p:nvPr/>
        </p:nvSpPr>
        <p:spPr>
          <a:xfrm>
            <a:off x="34137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0" name="Shape 398"/>
          <p:cNvSpPr/>
          <p:nvPr/>
        </p:nvSpPr>
        <p:spPr>
          <a:xfrm>
            <a:off x="68275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1" name="Shape 399"/>
          <p:cNvSpPr/>
          <p:nvPr/>
        </p:nvSpPr>
        <p:spPr>
          <a:xfrm>
            <a:off x="102412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2" name="Shape 400"/>
          <p:cNvSpPr/>
          <p:nvPr/>
        </p:nvSpPr>
        <p:spPr>
          <a:xfrm>
            <a:off x="136550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3" name="Shape 401"/>
          <p:cNvSpPr/>
          <p:nvPr/>
        </p:nvSpPr>
        <p:spPr>
          <a:xfrm>
            <a:off x="170688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4" name="Shape 402"/>
          <p:cNvSpPr/>
          <p:nvPr/>
        </p:nvSpPr>
        <p:spPr>
          <a:xfrm>
            <a:off x="204825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5" name="Shape 403"/>
          <p:cNvSpPr/>
          <p:nvPr/>
        </p:nvSpPr>
        <p:spPr>
          <a:xfrm>
            <a:off x="238963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6" name="Shape 404"/>
          <p:cNvSpPr/>
          <p:nvPr/>
        </p:nvSpPr>
        <p:spPr>
          <a:xfrm>
            <a:off x="273100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7" name="Shape 405"/>
          <p:cNvSpPr/>
          <p:nvPr/>
        </p:nvSpPr>
        <p:spPr>
          <a:xfrm>
            <a:off x="307238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8" name="Shape 406"/>
          <p:cNvSpPr/>
          <p:nvPr/>
        </p:nvSpPr>
        <p:spPr>
          <a:xfrm>
            <a:off x="341376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09" name="Shape 407"/>
          <p:cNvSpPr/>
          <p:nvPr/>
        </p:nvSpPr>
        <p:spPr>
          <a:xfrm>
            <a:off x="375513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0" name="Shape 408"/>
          <p:cNvSpPr/>
          <p:nvPr/>
        </p:nvSpPr>
        <p:spPr>
          <a:xfrm>
            <a:off x="409651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1" name="Shape 409"/>
          <p:cNvSpPr/>
          <p:nvPr/>
        </p:nvSpPr>
        <p:spPr>
          <a:xfrm>
            <a:off x="443788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2" name="Shape 410"/>
          <p:cNvSpPr/>
          <p:nvPr/>
        </p:nvSpPr>
        <p:spPr>
          <a:xfrm>
            <a:off x="477926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3" name="Shape 411"/>
          <p:cNvSpPr/>
          <p:nvPr/>
        </p:nvSpPr>
        <p:spPr>
          <a:xfrm>
            <a:off x="512064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4" name="Shape 412"/>
          <p:cNvSpPr/>
          <p:nvPr/>
        </p:nvSpPr>
        <p:spPr>
          <a:xfrm>
            <a:off x="546201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5" name="Shape 413"/>
          <p:cNvSpPr/>
          <p:nvPr/>
        </p:nvSpPr>
        <p:spPr>
          <a:xfrm>
            <a:off x="580339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6" name="Shape 414"/>
          <p:cNvSpPr/>
          <p:nvPr/>
        </p:nvSpPr>
        <p:spPr>
          <a:xfrm>
            <a:off x="614476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7" name="Shape 415"/>
          <p:cNvSpPr/>
          <p:nvPr/>
        </p:nvSpPr>
        <p:spPr>
          <a:xfrm>
            <a:off x="648614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8" name="Shape 416"/>
          <p:cNvSpPr/>
          <p:nvPr/>
        </p:nvSpPr>
        <p:spPr>
          <a:xfrm>
            <a:off x="682752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19" name="Shape 417"/>
          <p:cNvSpPr/>
          <p:nvPr/>
        </p:nvSpPr>
        <p:spPr>
          <a:xfrm>
            <a:off x="716889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0" name="Shape 418"/>
          <p:cNvSpPr/>
          <p:nvPr/>
        </p:nvSpPr>
        <p:spPr>
          <a:xfrm>
            <a:off x="751027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1" name="Shape 419"/>
          <p:cNvSpPr/>
          <p:nvPr/>
        </p:nvSpPr>
        <p:spPr>
          <a:xfrm>
            <a:off x="785164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2" name="Shape 420"/>
          <p:cNvSpPr/>
          <p:nvPr/>
        </p:nvSpPr>
        <p:spPr>
          <a:xfrm>
            <a:off x="819302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3" name="Shape 421"/>
          <p:cNvSpPr/>
          <p:nvPr/>
        </p:nvSpPr>
        <p:spPr>
          <a:xfrm>
            <a:off x="853440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4" name="Shape 422"/>
          <p:cNvSpPr/>
          <p:nvPr/>
        </p:nvSpPr>
        <p:spPr>
          <a:xfrm>
            <a:off x="887577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5" name="Shape 423"/>
          <p:cNvSpPr/>
          <p:nvPr/>
        </p:nvSpPr>
        <p:spPr>
          <a:xfrm>
            <a:off x="921715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6" name="Shape 424"/>
          <p:cNvSpPr/>
          <p:nvPr/>
        </p:nvSpPr>
        <p:spPr>
          <a:xfrm>
            <a:off x="955852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7" name="Shape 425"/>
          <p:cNvSpPr/>
          <p:nvPr/>
        </p:nvSpPr>
        <p:spPr>
          <a:xfrm>
            <a:off x="989990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8" name="Shape 426"/>
          <p:cNvSpPr/>
          <p:nvPr/>
        </p:nvSpPr>
        <p:spPr>
          <a:xfrm>
            <a:off x="1024128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29" name="Shape 427"/>
          <p:cNvSpPr/>
          <p:nvPr/>
        </p:nvSpPr>
        <p:spPr>
          <a:xfrm>
            <a:off x="10582656"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0" name="Shape 428"/>
          <p:cNvSpPr/>
          <p:nvPr/>
        </p:nvSpPr>
        <p:spPr>
          <a:xfrm>
            <a:off x="10924032"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1" name="Shape 429"/>
          <p:cNvSpPr/>
          <p:nvPr/>
        </p:nvSpPr>
        <p:spPr>
          <a:xfrm>
            <a:off x="11265408"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2" name="Shape 430"/>
          <p:cNvSpPr/>
          <p:nvPr/>
        </p:nvSpPr>
        <p:spPr>
          <a:xfrm>
            <a:off x="11606784"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3" name="Shape 431"/>
          <p:cNvSpPr/>
          <p:nvPr/>
        </p:nvSpPr>
        <p:spPr>
          <a:xfrm>
            <a:off x="11948160" y="375513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4" name="Shape 432"/>
          <p:cNvSpPr/>
          <p:nvPr/>
        </p:nvSpPr>
        <p:spPr>
          <a:xfrm>
            <a:off x="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5" name="Shape 433"/>
          <p:cNvSpPr/>
          <p:nvPr/>
        </p:nvSpPr>
        <p:spPr>
          <a:xfrm>
            <a:off x="34137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6" name="Shape 434"/>
          <p:cNvSpPr/>
          <p:nvPr/>
        </p:nvSpPr>
        <p:spPr>
          <a:xfrm>
            <a:off x="68275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7" name="Shape 435"/>
          <p:cNvSpPr/>
          <p:nvPr/>
        </p:nvSpPr>
        <p:spPr>
          <a:xfrm>
            <a:off x="102412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8" name="Shape 436"/>
          <p:cNvSpPr/>
          <p:nvPr/>
        </p:nvSpPr>
        <p:spPr>
          <a:xfrm>
            <a:off x="136550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39" name="Shape 437"/>
          <p:cNvSpPr/>
          <p:nvPr/>
        </p:nvSpPr>
        <p:spPr>
          <a:xfrm>
            <a:off x="170688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0" name="Shape 438"/>
          <p:cNvSpPr/>
          <p:nvPr/>
        </p:nvSpPr>
        <p:spPr>
          <a:xfrm>
            <a:off x="204825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1" name="Shape 439"/>
          <p:cNvSpPr/>
          <p:nvPr/>
        </p:nvSpPr>
        <p:spPr>
          <a:xfrm>
            <a:off x="238963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2" name="Shape 440"/>
          <p:cNvSpPr/>
          <p:nvPr/>
        </p:nvSpPr>
        <p:spPr>
          <a:xfrm>
            <a:off x="273100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3" name="Shape 441"/>
          <p:cNvSpPr/>
          <p:nvPr/>
        </p:nvSpPr>
        <p:spPr>
          <a:xfrm>
            <a:off x="307238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4" name="Shape 442"/>
          <p:cNvSpPr/>
          <p:nvPr/>
        </p:nvSpPr>
        <p:spPr>
          <a:xfrm>
            <a:off x="341376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5" name="Shape 443"/>
          <p:cNvSpPr/>
          <p:nvPr/>
        </p:nvSpPr>
        <p:spPr>
          <a:xfrm>
            <a:off x="375513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6" name="Shape 444"/>
          <p:cNvSpPr/>
          <p:nvPr/>
        </p:nvSpPr>
        <p:spPr>
          <a:xfrm>
            <a:off x="409651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7" name="Shape 445"/>
          <p:cNvSpPr/>
          <p:nvPr/>
        </p:nvSpPr>
        <p:spPr>
          <a:xfrm>
            <a:off x="443788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8" name="Shape 446"/>
          <p:cNvSpPr/>
          <p:nvPr/>
        </p:nvSpPr>
        <p:spPr>
          <a:xfrm>
            <a:off x="477926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49" name="Shape 447"/>
          <p:cNvSpPr/>
          <p:nvPr/>
        </p:nvSpPr>
        <p:spPr>
          <a:xfrm>
            <a:off x="512064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0" name="Shape 448"/>
          <p:cNvSpPr/>
          <p:nvPr/>
        </p:nvSpPr>
        <p:spPr>
          <a:xfrm>
            <a:off x="546201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1" name="Shape 449"/>
          <p:cNvSpPr/>
          <p:nvPr/>
        </p:nvSpPr>
        <p:spPr>
          <a:xfrm>
            <a:off x="580339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2" name="Shape 450"/>
          <p:cNvSpPr/>
          <p:nvPr/>
        </p:nvSpPr>
        <p:spPr>
          <a:xfrm>
            <a:off x="614476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3" name="Shape 451"/>
          <p:cNvSpPr/>
          <p:nvPr/>
        </p:nvSpPr>
        <p:spPr>
          <a:xfrm>
            <a:off x="648614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4" name="Shape 452"/>
          <p:cNvSpPr/>
          <p:nvPr/>
        </p:nvSpPr>
        <p:spPr>
          <a:xfrm>
            <a:off x="682752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5" name="Shape 453"/>
          <p:cNvSpPr/>
          <p:nvPr/>
        </p:nvSpPr>
        <p:spPr>
          <a:xfrm>
            <a:off x="716889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6" name="Shape 454"/>
          <p:cNvSpPr/>
          <p:nvPr/>
        </p:nvSpPr>
        <p:spPr>
          <a:xfrm>
            <a:off x="751027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7" name="Shape 455"/>
          <p:cNvSpPr/>
          <p:nvPr/>
        </p:nvSpPr>
        <p:spPr>
          <a:xfrm>
            <a:off x="785164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8" name="Shape 456"/>
          <p:cNvSpPr/>
          <p:nvPr/>
        </p:nvSpPr>
        <p:spPr>
          <a:xfrm>
            <a:off x="819302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59" name="Shape 457"/>
          <p:cNvSpPr/>
          <p:nvPr/>
        </p:nvSpPr>
        <p:spPr>
          <a:xfrm>
            <a:off x="853440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0" name="Shape 458"/>
          <p:cNvSpPr/>
          <p:nvPr/>
        </p:nvSpPr>
        <p:spPr>
          <a:xfrm>
            <a:off x="887577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1" name="Shape 459"/>
          <p:cNvSpPr/>
          <p:nvPr/>
        </p:nvSpPr>
        <p:spPr>
          <a:xfrm>
            <a:off x="921715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2" name="Shape 460"/>
          <p:cNvSpPr/>
          <p:nvPr/>
        </p:nvSpPr>
        <p:spPr>
          <a:xfrm>
            <a:off x="955852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3" name="Shape 461"/>
          <p:cNvSpPr/>
          <p:nvPr/>
        </p:nvSpPr>
        <p:spPr>
          <a:xfrm>
            <a:off x="989990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4" name="Shape 462"/>
          <p:cNvSpPr/>
          <p:nvPr/>
        </p:nvSpPr>
        <p:spPr>
          <a:xfrm>
            <a:off x="1024128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5" name="Shape 463"/>
          <p:cNvSpPr/>
          <p:nvPr/>
        </p:nvSpPr>
        <p:spPr>
          <a:xfrm>
            <a:off x="10582656"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6" name="Shape 464"/>
          <p:cNvSpPr/>
          <p:nvPr/>
        </p:nvSpPr>
        <p:spPr>
          <a:xfrm>
            <a:off x="10924032"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7" name="Shape 465"/>
          <p:cNvSpPr/>
          <p:nvPr/>
        </p:nvSpPr>
        <p:spPr>
          <a:xfrm>
            <a:off x="11265408"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8" name="Shape 466"/>
          <p:cNvSpPr/>
          <p:nvPr/>
        </p:nvSpPr>
        <p:spPr>
          <a:xfrm>
            <a:off x="11606784"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69" name="Shape 467"/>
          <p:cNvSpPr/>
          <p:nvPr/>
        </p:nvSpPr>
        <p:spPr>
          <a:xfrm>
            <a:off x="11948160" y="409651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0" name="Shape 468"/>
          <p:cNvSpPr/>
          <p:nvPr/>
        </p:nvSpPr>
        <p:spPr>
          <a:xfrm>
            <a:off x="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1" name="Shape 469"/>
          <p:cNvSpPr/>
          <p:nvPr/>
        </p:nvSpPr>
        <p:spPr>
          <a:xfrm>
            <a:off x="34137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2" name="Shape 470"/>
          <p:cNvSpPr/>
          <p:nvPr/>
        </p:nvSpPr>
        <p:spPr>
          <a:xfrm>
            <a:off x="68275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3" name="Shape 471"/>
          <p:cNvSpPr/>
          <p:nvPr/>
        </p:nvSpPr>
        <p:spPr>
          <a:xfrm>
            <a:off x="102412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4" name="Shape 472"/>
          <p:cNvSpPr/>
          <p:nvPr/>
        </p:nvSpPr>
        <p:spPr>
          <a:xfrm>
            <a:off x="136550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5" name="Shape 473"/>
          <p:cNvSpPr/>
          <p:nvPr/>
        </p:nvSpPr>
        <p:spPr>
          <a:xfrm>
            <a:off x="170688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6" name="Shape 474"/>
          <p:cNvSpPr/>
          <p:nvPr/>
        </p:nvSpPr>
        <p:spPr>
          <a:xfrm>
            <a:off x="204825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7" name="Shape 475"/>
          <p:cNvSpPr/>
          <p:nvPr/>
        </p:nvSpPr>
        <p:spPr>
          <a:xfrm>
            <a:off x="238963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8" name="Shape 476"/>
          <p:cNvSpPr/>
          <p:nvPr/>
        </p:nvSpPr>
        <p:spPr>
          <a:xfrm>
            <a:off x="273100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79" name="Shape 477"/>
          <p:cNvSpPr/>
          <p:nvPr/>
        </p:nvSpPr>
        <p:spPr>
          <a:xfrm>
            <a:off x="307238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0" name="Shape 478"/>
          <p:cNvSpPr/>
          <p:nvPr/>
        </p:nvSpPr>
        <p:spPr>
          <a:xfrm>
            <a:off x="341376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1" name="Shape 479"/>
          <p:cNvSpPr/>
          <p:nvPr/>
        </p:nvSpPr>
        <p:spPr>
          <a:xfrm>
            <a:off x="375513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2" name="Shape 480"/>
          <p:cNvSpPr/>
          <p:nvPr/>
        </p:nvSpPr>
        <p:spPr>
          <a:xfrm>
            <a:off x="409651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3" name="Shape 481"/>
          <p:cNvSpPr/>
          <p:nvPr/>
        </p:nvSpPr>
        <p:spPr>
          <a:xfrm>
            <a:off x="443788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4" name="Shape 482"/>
          <p:cNvSpPr/>
          <p:nvPr/>
        </p:nvSpPr>
        <p:spPr>
          <a:xfrm>
            <a:off x="477926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5" name="Shape 483"/>
          <p:cNvSpPr/>
          <p:nvPr/>
        </p:nvSpPr>
        <p:spPr>
          <a:xfrm>
            <a:off x="512064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6" name="Shape 484"/>
          <p:cNvSpPr/>
          <p:nvPr/>
        </p:nvSpPr>
        <p:spPr>
          <a:xfrm>
            <a:off x="546201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7" name="Shape 485"/>
          <p:cNvSpPr/>
          <p:nvPr/>
        </p:nvSpPr>
        <p:spPr>
          <a:xfrm>
            <a:off x="580339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8" name="Shape 486"/>
          <p:cNvSpPr/>
          <p:nvPr/>
        </p:nvSpPr>
        <p:spPr>
          <a:xfrm>
            <a:off x="614476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89" name="Shape 487"/>
          <p:cNvSpPr/>
          <p:nvPr/>
        </p:nvSpPr>
        <p:spPr>
          <a:xfrm>
            <a:off x="648614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0" name="Shape 488"/>
          <p:cNvSpPr/>
          <p:nvPr/>
        </p:nvSpPr>
        <p:spPr>
          <a:xfrm>
            <a:off x="682752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1" name="Shape 489"/>
          <p:cNvSpPr/>
          <p:nvPr/>
        </p:nvSpPr>
        <p:spPr>
          <a:xfrm>
            <a:off x="716889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2" name="Shape 490"/>
          <p:cNvSpPr/>
          <p:nvPr/>
        </p:nvSpPr>
        <p:spPr>
          <a:xfrm>
            <a:off x="751027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3" name="Shape 491"/>
          <p:cNvSpPr/>
          <p:nvPr/>
        </p:nvSpPr>
        <p:spPr>
          <a:xfrm>
            <a:off x="785164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4" name="Shape 492"/>
          <p:cNvSpPr/>
          <p:nvPr/>
        </p:nvSpPr>
        <p:spPr>
          <a:xfrm>
            <a:off x="819302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5" name="Shape 493"/>
          <p:cNvSpPr/>
          <p:nvPr/>
        </p:nvSpPr>
        <p:spPr>
          <a:xfrm>
            <a:off x="853440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6" name="Shape 494"/>
          <p:cNvSpPr/>
          <p:nvPr/>
        </p:nvSpPr>
        <p:spPr>
          <a:xfrm>
            <a:off x="887577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7" name="Shape 495"/>
          <p:cNvSpPr/>
          <p:nvPr/>
        </p:nvSpPr>
        <p:spPr>
          <a:xfrm>
            <a:off x="921715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8" name="Shape 496"/>
          <p:cNvSpPr/>
          <p:nvPr/>
        </p:nvSpPr>
        <p:spPr>
          <a:xfrm>
            <a:off x="955852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499" name="Shape 497"/>
          <p:cNvSpPr/>
          <p:nvPr/>
        </p:nvSpPr>
        <p:spPr>
          <a:xfrm>
            <a:off x="989990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0" name="Shape 498"/>
          <p:cNvSpPr/>
          <p:nvPr/>
        </p:nvSpPr>
        <p:spPr>
          <a:xfrm>
            <a:off x="1024128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1" name="Shape 499"/>
          <p:cNvSpPr/>
          <p:nvPr/>
        </p:nvSpPr>
        <p:spPr>
          <a:xfrm>
            <a:off x="10582656"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2" name="Shape 500"/>
          <p:cNvSpPr/>
          <p:nvPr/>
        </p:nvSpPr>
        <p:spPr>
          <a:xfrm>
            <a:off x="10924032"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3" name="Shape 501"/>
          <p:cNvSpPr/>
          <p:nvPr/>
        </p:nvSpPr>
        <p:spPr>
          <a:xfrm>
            <a:off x="11265408"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4" name="Shape 502"/>
          <p:cNvSpPr/>
          <p:nvPr/>
        </p:nvSpPr>
        <p:spPr>
          <a:xfrm>
            <a:off x="11606784"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5" name="Shape 503"/>
          <p:cNvSpPr/>
          <p:nvPr/>
        </p:nvSpPr>
        <p:spPr>
          <a:xfrm>
            <a:off x="11948160" y="443788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6" name="Shape 504"/>
          <p:cNvSpPr/>
          <p:nvPr/>
        </p:nvSpPr>
        <p:spPr>
          <a:xfrm>
            <a:off x="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7" name="Shape 505"/>
          <p:cNvSpPr/>
          <p:nvPr/>
        </p:nvSpPr>
        <p:spPr>
          <a:xfrm>
            <a:off x="34137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8" name="Shape 506"/>
          <p:cNvSpPr/>
          <p:nvPr/>
        </p:nvSpPr>
        <p:spPr>
          <a:xfrm>
            <a:off x="68275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09" name="Shape 507"/>
          <p:cNvSpPr/>
          <p:nvPr/>
        </p:nvSpPr>
        <p:spPr>
          <a:xfrm>
            <a:off x="102412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0" name="Shape 508"/>
          <p:cNvSpPr/>
          <p:nvPr/>
        </p:nvSpPr>
        <p:spPr>
          <a:xfrm>
            <a:off x="136550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1" name="Shape 509"/>
          <p:cNvSpPr/>
          <p:nvPr/>
        </p:nvSpPr>
        <p:spPr>
          <a:xfrm>
            <a:off x="170688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2" name="Shape 510"/>
          <p:cNvSpPr/>
          <p:nvPr/>
        </p:nvSpPr>
        <p:spPr>
          <a:xfrm>
            <a:off x="204825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3" name="Shape 511"/>
          <p:cNvSpPr/>
          <p:nvPr/>
        </p:nvSpPr>
        <p:spPr>
          <a:xfrm>
            <a:off x="238963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4" name="Shape 512"/>
          <p:cNvSpPr/>
          <p:nvPr/>
        </p:nvSpPr>
        <p:spPr>
          <a:xfrm>
            <a:off x="273100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5" name="Shape 513"/>
          <p:cNvSpPr/>
          <p:nvPr/>
        </p:nvSpPr>
        <p:spPr>
          <a:xfrm>
            <a:off x="307238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6" name="Shape 514"/>
          <p:cNvSpPr/>
          <p:nvPr/>
        </p:nvSpPr>
        <p:spPr>
          <a:xfrm>
            <a:off x="341376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7" name="Shape 515"/>
          <p:cNvSpPr/>
          <p:nvPr/>
        </p:nvSpPr>
        <p:spPr>
          <a:xfrm>
            <a:off x="375513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8" name="Shape 516"/>
          <p:cNvSpPr/>
          <p:nvPr/>
        </p:nvSpPr>
        <p:spPr>
          <a:xfrm>
            <a:off x="409651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19" name="Shape 517"/>
          <p:cNvSpPr/>
          <p:nvPr/>
        </p:nvSpPr>
        <p:spPr>
          <a:xfrm>
            <a:off x="443788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0" name="Shape 518"/>
          <p:cNvSpPr/>
          <p:nvPr/>
        </p:nvSpPr>
        <p:spPr>
          <a:xfrm>
            <a:off x="477926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1" name="Shape 519"/>
          <p:cNvSpPr/>
          <p:nvPr/>
        </p:nvSpPr>
        <p:spPr>
          <a:xfrm>
            <a:off x="512064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2" name="Shape 520"/>
          <p:cNvSpPr/>
          <p:nvPr/>
        </p:nvSpPr>
        <p:spPr>
          <a:xfrm>
            <a:off x="546201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3" name="Shape 521"/>
          <p:cNvSpPr/>
          <p:nvPr/>
        </p:nvSpPr>
        <p:spPr>
          <a:xfrm>
            <a:off x="580339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4" name="Shape 522"/>
          <p:cNvSpPr/>
          <p:nvPr/>
        </p:nvSpPr>
        <p:spPr>
          <a:xfrm>
            <a:off x="614476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5" name="Shape 523"/>
          <p:cNvSpPr/>
          <p:nvPr/>
        </p:nvSpPr>
        <p:spPr>
          <a:xfrm>
            <a:off x="648614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6" name="Shape 524"/>
          <p:cNvSpPr/>
          <p:nvPr/>
        </p:nvSpPr>
        <p:spPr>
          <a:xfrm>
            <a:off x="682752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7" name="Shape 525"/>
          <p:cNvSpPr/>
          <p:nvPr/>
        </p:nvSpPr>
        <p:spPr>
          <a:xfrm>
            <a:off x="716889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8" name="Shape 526"/>
          <p:cNvSpPr/>
          <p:nvPr/>
        </p:nvSpPr>
        <p:spPr>
          <a:xfrm>
            <a:off x="751027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29" name="Shape 527"/>
          <p:cNvSpPr/>
          <p:nvPr/>
        </p:nvSpPr>
        <p:spPr>
          <a:xfrm>
            <a:off x="785164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0" name="Shape 528"/>
          <p:cNvSpPr/>
          <p:nvPr/>
        </p:nvSpPr>
        <p:spPr>
          <a:xfrm>
            <a:off x="819302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1" name="Shape 529"/>
          <p:cNvSpPr/>
          <p:nvPr/>
        </p:nvSpPr>
        <p:spPr>
          <a:xfrm>
            <a:off x="853440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2" name="Shape 530"/>
          <p:cNvSpPr/>
          <p:nvPr/>
        </p:nvSpPr>
        <p:spPr>
          <a:xfrm>
            <a:off x="887577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3" name="Shape 531"/>
          <p:cNvSpPr/>
          <p:nvPr/>
        </p:nvSpPr>
        <p:spPr>
          <a:xfrm>
            <a:off x="921715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4" name="Shape 532"/>
          <p:cNvSpPr/>
          <p:nvPr/>
        </p:nvSpPr>
        <p:spPr>
          <a:xfrm>
            <a:off x="955852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5" name="Shape 533"/>
          <p:cNvSpPr/>
          <p:nvPr/>
        </p:nvSpPr>
        <p:spPr>
          <a:xfrm>
            <a:off x="989990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6" name="Shape 534"/>
          <p:cNvSpPr/>
          <p:nvPr/>
        </p:nvSpPr>
        <p:spPr>
          <a:xfrm>
            <a:off x="1024128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7" name="Shape 535"/>
          <p:cNvSpPr/>
          <p:nvPr/>
        </p:nvSpPr>
        <p:spPr>
          <a:xfrm>
            <a:off x="10582656"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8" name="Shape 536"/>
          <p:cNvSpPr/>
          <p:nvPr/>
        </p:nvSpPr>
        <p:spPr>
          <a:xfrm>
            <a:off x="10924032"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39" name="Shape 537"/>
          <p:cNvSpPr/>
          <p:nvPr/>
        </p:nvSpPr>
        <p:spPr>
          <a:xfrm>
            <a:off x="11265408"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0" name="Shape 538"/>
          <p:cNvSpPr/>
          <p:nvPr/>
        </p:nvSpPr>
        <p:spPr>
          <a:xfrm>
            <a:off x="11606784"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1" name="Shape 539"/>
          <p:cNvSpPr/>
          <p:nvPr/>
        </p:nvSpPr>
        <p:spPr>
          <a:xfrm>
            <a:off x="11948160" y="477926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2" name="Shape 540"/>
          <p:cNvSpPr/>
          <p:nvPr/>
        </p:nvSpPr>
        <p:spPr>
          <a:xfrm>
            <a:off x="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3" name="Shape 541"/>
          <p:cNvSpPr/>
          <p:nvPr/>
        </p:nvSpPr>
        <p:spPr>
          <a:xfrm>
            <a:off x="34137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4" name="Shape 542"/>
          <p:cNvSpPr/>
          <p:nvPr/>
        </p:nvSpPr>
        <p:spPr>
          <a:xfrm>
            <a:off x="68275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5" name="Shape 543"/>
          <p:cNvSpPr/>
          <p:nvPr/>
        </p:nvSpPr>
        <p:spPr>
          <a:xfrm>
            <a:off x="102412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6" name="Shape 544"/>
          <p:cNvSpPr/>
          <p:nvPr/>
        </p:nvSpPr>
        <p:spPr>
          <a:xfrm>
            <a:off x="136550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7" name="Shape 545"/>
          <p:cNvSpPr/>
          <p:nvPr/>
        </p:nvSpPr>
        <p:spPr>
          <a:xfrm>
            <a:off x="170688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8" name="Shape 546"/>
          <p:cNvSpPr/>
          <p:nvPr/>
        </p:nvSpPr>
        <p:spPr>
          <a:xfrm>
            <a:off x="204825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49" name="Shape 547"/>
          <p:cNvSpPr/>
          <p:nvPr/>
        </p:nvSpPr>
        <p:spPr>
          <a:xfrm>
            <a:off x="238963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0" name="Shape 548"/>
          <p:cNvSpPr/>
          <p:nvPr/>
        </p:nvSpPr>
        <p:spPr>
          <a:xfrm>
            <a:off x="273100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1" name="Shape 549"/>
          <p:cNvSpPr/>
          <p:nvPr/>
        </p:nvSpPr>
        <p:spPr>
          <a:xfrm>
            <a:off x="307238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2" name="Shape 550"/>
          <p:cNvSpPr/>
          <p:nvPr/>
        </p:nvSpPr>
        <p:spPr>
          <a:xfrm>
            <a:off x="341376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3" name="Shape 551"/>
          <p:cNvSpPr/>
          <p:nvPr/>
        </p:nvSpPr>
        <p:spPr>
          <a:xfrm>
            <a:off x="375513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4" name="Shape 552"/>
          <p:cNvSpPr/>
          <p:nvPr/>
        </p:nvSpPr>
        <p:spPr>
          <a:xfrm>
            <a:off x="409651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5" name="Shape 553"/>
          <p:cNvSpPr/>
          <p:nvPr/>
        </p:nvSpPr>
        <p:spPr>
          <a:xfrm>
            <a:off x="443788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6" name="Shape 554"/>
          <p:cNvSpPr/>
          <p:nvPr/>
        </p:nvSpPr>
        <p:spPr>
          <a:xfrm>
            <a:off x="477926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7" name="Shape 555"/>
          <p:cNvSpPr/>
          <p:nvPr/>
        </p:nvSpPr>
        <p:spPr>
          <a:xfrm>
            <a:off x="512064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8" name="Shape 556"/>
          <p:cNvSpPr/>
          <p:nvPr/>
        </p:nvSpPr>
        <p:spPr>
          <a:xfrm>
            <a:off x="546201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59" name="Shape 557"/>
          <p:cNvSpPr/>
          <p:nvPr/>
        </p:nvSpPr>
        <p:spPr>
          <a:xfrm>
            <a:off x="580339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0" name="Shape 558"/>
          <p:cNvSpPr/>
          <p:nvPr/>
        </p:nvSpPr>
        <p:spPr>
          <a:xfrm>
            <a:off x="614476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1" name="Shape 559"/>
          <p:cNvSpPr/>
          <p:nvPr/>
        </p:nvSpPr>
        <p:spPr>
          <a:xfrm>
            <a:off x="648614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2" name="Shape 560"/>
          <p:cNvSpPr/>
          <p:nvPr/>
        </p:nvSpPr>
        <p:spPr>
          <a:xfrm>
            <a:off x="682752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3" name="Shape 561"/>
          <p:cNvSpPr/>
          <p:nvPr/>
        </p:nvSpPr>
        <p:spPr>
          <a:xfrm>
            <a:off x="716889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4" name="Shape 562"/>
          <p:cNvSpPr/>
          <p:nvPr/>
        </p:nvSpPr>
        <p:spPr>
          <a:xfrm>
            <a:off x="751027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5" name="Shape 563"/>
          <p:cNvSpPr/>
          <p:nvPr/>
        </p:nvSpPr>
        <p:spPr>
          <a:xfrm>
            <a:off x="785164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6" name="Shape 564"/>
          <p:cNvSpPr/>
          <p:nvPr/>
        </p:nvSpPr>
        <p:spPr>
          <a:xfrm>
            <a:off x="819302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7" name="Shape 565"/>
          <p:cNvSpPr/>
          <p:nvPr/>
        </p:nvSpPr>
        <p:spPr>
          <a:xfrm>
            <a:off x="853440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8" name="Shape 566"/>
          <p:cNvSpPr/>
          <p:nvPr/>
        </p:nvSpPr>
        <p:spPr>
          <a:xfrm>
            <a:off x="887577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69" name="Shape 567"/>
          <p:cNvSpPr/>
          <p:nvPr/>
        </p:nvSpPr>
        <p:spPr>
          <a:xfrm>
            <a:off x="921715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0" name="Shape 568"/>
          <p:cNvSpPr/>
          <p:nvPr/>
        </p:nvSpPr>
        <p:spPr>
          <a:xfrm>
            <a:off x="955852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1" name="Shape 569"/>
          <p:cNvSpPr/>
          <p:nvPr/>
        </p:nvSpPr>
        <p:spPr>
          <a:xfrm>
            <a:off x="989990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2" name="Shape 570"/>
          <p:cNvSpPr/>
          <p:nvPr/>
        </p:nvSpPr>
        <p:spPr>
          <a:xfrm>
            <a:off x="1024128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3" name="Shape 571"/>
          <p:cNvSpPr/>
          <p:nvPr/>
        </p:nvSpPr>
        <p:spPr>
          <a:xfrm>
            <a:off x="10582656"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4" name="Shape 572"/>
          <p:cNvSpPr/>
          <p:nvPr/>
        </p:nvSpPr>
        <p:spPr>
          <a:xfrm>
            <a:off x="10924032"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5" name="Shape 573"/>
          <p:cNvSpPr/>
          <p:nvPr/>
        </p:nvSpPr>
        <p:spPr>
          <a:xfrm>
            <a:off x="11265408"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6" name="Shape 574"/>
          <p:cNvSpPr/>
          <p:nvPr/>
        </p:nvSpPr>
        <p:spPr>
          <a:xfrm>
            <a:off x="11606784"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7" name="Shape 575"/>
          <p:cNvSpPr/>
          <p:nvPr/>
        </p:nvSpPr>
        <p:spPr>
          <a:xfrm>
            <a:off x="11948160" y="512064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8" name="Shape 576"/>
          <p:cNvSpPr/>
          <p:nvPr/>
        </p:nvSpPr>
        <p:spPr>
          <a:xfrm>
            <a:off x="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79" name="Shape 577"/>
          <p:cNvSpPr/>
          <p:nvPr/>
        </p:nvSpPr>
        <p:spPr>
          <a:xfrm>
            <a:off x="34137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0" name="Shape 578"/>
          <p:cNvSpPr/>
          <p:nvPr/>
        </p:nvSpPr>
        <p:spPr>
          <a:xfrm>
            <a:off x="68275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1" name="Shape 579"/>
          <p:cNvSpPr/>
          <p:nvPr/>
        </p:nvSpPr>
        <p:spPr>
          <a:xfrm>
            <a:off x="102412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2" name="Shape 580"/>
          <p:cNvSpPr/>
          <p:nvPr/>
        </p:nvSpPr>
        <p:spPr>
          <a:xfrm>
            <a:off x="136550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3" name="Shape 581"/>
          <p:cNvSpPr/>
          <p:nvPr/>
        </p:nvSpPr>
        <p:spPr>
          <a:xfrm>
            <a:off x="170688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4" name="Shape 582"/>
          <p:cNvSpPr/>
          <p:nvPr/>
        </p:nvSpPr>
        <p:spPr>
          <a:xfrm>
            <a:off x="204825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5" name="Shape 583"/>
          <p:cNvSpPr/>
          <p:nvPr/>
        </p:nvSpPr>
        <p:spPr>
          <a:xfrm>
            <a:off x="238963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6" name="Shape 584"/>
          <p:cNvSpPr/>
          <p:nvPr/>
        </p:nvSpPr>
        <p:spPr>
          <a:xfrm>
            <a:off x="273100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7" name="Shape 585"/>
          <p:cNvSpPr/>
          <p:nvPr/>
        </p:nvSpPr>
        <p:spPr>
          <a:xfrm>
            <a:off x="307238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8" name="Shape 586"/>
          <p:cNvSpPr/>
          <p:nvPr/>
        </p:nvSpPr>
        <p:spPr>
          <a:xfrm>
            <a:off x="341376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89" name="Shape 587"/>
          <p:cNvSpPr/>
          <p:nvPr/>
        </p:nvSpPr>
        <p:spPr>
          <a:xfrm>
            <a:off x="375513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0" name="Shape 588"/>
          <p:cNvSpPr/>
          <p:nvPr/>
        </p:nvSpPr>
        <p:spPr>
          <a:xfrm>
            <a:off x="409651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1" name="Shape 589"/>
          <p:cNvSpPr/>
          <p:nvPr/>
        </p:nvSpPr>
        <p:spPr>
          <a:xfrm>
            <a:off x="443788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2" name="Shape 590"/>
          <p:cNvSpPr/>
          <p:nvPr/>
        </p:nvSpPr>
        <p:spPr>
          <a:xfrm>
            <a:off x="477926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3" name="Shape 591"/>
          <p:cNvSpPr/>
          <p:nvPr/>
        </p:nvSpPr>
        <p:spPr>
          <a:xfrm>
            <a:off x="512064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4" name="Shape 592"/>
          <p:cNvSpPr/>
          <p:nvPr/>
        </p:nvSpPr>
        <p:spPr>
          <a:xfrm>
            <a:off x="546201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5" name="Shape 593"/>
          <p:cNvSpPr/>
          <p:nvPr/>
        </p:nvSpPr>
        <p:spPr>
          <a:xfrm>
            <a:off x="580339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6" name="Shape 594"/>
          <p:cNvSpPr/>
          <p:nvPr/>
        </p:nvSpPr>
        <p:spPr>
          <a:xfrm>
            <a:off x="614476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7" name="Shape 595"/>
          <p:cNvSpPr/>
          <p:nvPr/>
        </p:nvSpPr>
        <p:spPr>
          <a:xfrm>
            <a:off x="648614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8" name="Shape 596"/>
          <p:cNvSpPr/>
          <p:nvPr/>
        </p:nvSpPr>
        <p:spPr>
          <a:xfrm>
            <a:off x="682752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599" name="Shape 597"/>
          <p:cNvSpPr/>
          <p:nvPr/>
        </p:nvSpPr>
        <p:spPr>
          <a:xfrm>
            <a:off x="716889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0" name="Shape 598"/>
          <p:cNvSpPr/>
          <p:nvPr/>
        </p:nvSpPr>
        <p:spPr>
          <a:xfrm>
            <a:off x="751027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1" name="Shape 599"/>
          <p:cNvSpPr/>
          <p:nvPr/>
        </p:nvSpPr>
        <p:spPr>
          <a:xfrm>
            <a:off x="785164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2" name="Shape 600"/>
          <p:cNvSpPr/>
          <p:nvPr/>
        </p:nvSpPr>
        <p:spPr>
          <a:xfrm>
            <a:off x="819302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3" name="Shape 601"/>
          <p:cNvSpPr/>
          <p:nvPr/>
        </p:nvSpPr>
        <p:spPr>
          <a:xfrm>
            <a:off x="853440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4" name="Shape 602"/>
          <p:cNvSpPr/>
          <p:nvPr/>
        </p:nvSpPr>
        <p:spPr>
          <a:xfrm>
            <a:off x="887577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5" name="Shape 603"/>
          <p:cNvSpPr/>
          <p:nvPr/>
        </p:nvSpPr>
        <p:spPr>
          <a:xfrm>
            <a:off x="921715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6" name="Shape 604"/>
          <p:cNvSpPr/>
          <p:nvPr/>
        </p:nvSpPr>
        <p:spPr>
          <a:xfrm>
            <a:off x="955852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7" name="Shape 605"/>
          <p:cNvSpPr/>
          <p:nvPr/>
        </p:nvSpPr>
        <p:spPr>
          <a:xfrm>
            <a:off x="989990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8" name="Shape 606"/>
          <p:cNvSpPr/>
          <p:nvPr/>
        </p:nvSpPr>
        <p:spPr>
          <a:xfrm>
            <a:off x="1024128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09" name="Shape 607"/>
          <p:cNvSpPr/>
          <p:nvPr/>
        </p:nvSpPr>
        <p:spPr>
          <a:xfrm>
            <a:off x="10582656"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0" name="Shape 608"/>
          <p:cNvSpPr/>
          <p:nvPr/>
        </p:nvSpPr>
        <p:spPr>
          <a:xfrm>
            <a:off x="10924032"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1" name="Shape 609"/>
          <p:cNvSpPr/>
          <p:nvPr/>
        </p:nvSpPr>
        <p:spPr>
          <a:xfrm>
            <a:off x="11265408"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2" name="Shape 610"/>
          <p:cNvSpPr/>
          <p:nvPr/>
        </p:nvSpPr>
        <p:spPr>
          <a:xfrm>
            <a:off x="11606784"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3" name="Shape 611"/>
          <p:cNvSpPr/>
          <p:nvPr/>
        </p:nvSpPr>
        <p:spPr>
          <a:xfrm>
            <a:off x="11948160" y="5462016"/>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4" name="Shape 612"/>
          <p:cNvSpPr/>
          <p:nvPr/>
        </p:nvSpPr>
        <p:spPr>
          <a:xfrm>
            <a:off x="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5" name="Shape 613"/>
          <p:cNvSpPr/>
          <p:nvPr/>
        </p:nvSpPr>
        <p:spPr>
          <a:xfrm>
            <a:off x="34137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6" name="Shape 614"/>
          <p:cNvSpPr/>
          <p:nvPr/>
        </p:nvSpPr>
        <p:spPr>
          <a:xfrm>
            <a:off x="68275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7" name="Shape 615"/>
          <p:cNvSpPr/>
          <p:nvPr/>
        </p:nvSpPr>
        <p:spPr>
          <a:xfrm>
            <a:off x="102412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8" name="Shape 616"/>
          <p:cNvSpPr/>
          <p:nvPr/>
        </p:nvSpPr>
        <p:spPr>
          <a:xfrm>
            <a:off x="136550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19" name="Shape 617"/>
          <p:cNvSpPr/>
          <p:nvPr/>
        </p:nvSpPr>
        <p:spPr>
          <a:xfrm>
            <a:off x="170688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0" name="Shape 618"/>
          <p:cNvSpPr/>
          <p:nvPr/>
        </p:nvSpPr>
        <p:spPr>
          <a:xfrm>
            <a:off x="204825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1" name="Shape 619"/>
          <p:cNvSpPr/>
          <p:nvPr/>
        </p:nvSpPr>
        <p:spPr>
          <a:xfrm>
            <a:off x="238963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2" name="Shape 620"/>
          <p:cNvSpPr/>
          <p:nvPr/>
        </p:nvSpPr>
        <p:spPr>
          <a:xfrm>
            <a:off x="273100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3" name="Shape 621"/>
          <p:cNvSpPr/>
          <p:nvPr/>
        </p:nvSpPr>
        <p:spPr>
          <a:xfrm>
            <a:off x="307238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4" name="Shape 622"/>
          <p:cNvSpPr/>
          <p:nvPr/>
        </p:nvSpPr>
        <p:spPr>
          <a:xfrm>
            <a:off x="341376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5" name="Shape 623"/>
          <p:cNvSpPr/>
          <p:nvPr/>
        </p:nvSpPr>
        <p:spPr>
          <a:xfrm>
            <a:off x="375513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6" name="Shape 624"/>
          <p:cNvSpPr/>
          <p:nvPr/>
        </p:nvSpPr>
        <p:spPr>
          <a:xfrm>
            <a:off x="409651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7" name="Shape 625"/>
          <p:cNvSpPr/>
          <p:nvPr/>
        </p:nvSpPr>
        <p:spPr>
          <a:xfrm>
            <a:off x="443788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8" name="Shape 626"/>
          <p:cNvSpPr/>
          <p:nvPr/>
        </p:nvSpPr>
        <p:spPr>
          <a:xfrm>
            <a:off x="477926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29" name="Shape 627"/>
          <p:cNvSpPr/>
          <p:nvPr/>
        </p:nvSpPr>
        <p:spPr>
          <a:xfrm>
            <a:off x="512064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0" name="Shape 628"/>
          <p:cNvSpPr/>
          <p:nvPr/>
        </p:nvSpPr>
        <p:spPr>
          <a:xfrm>
            <a:off x="546201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1" name="Shape 629"/>
          <p:cNvSpPr/>
          <p:nvPr/>
        </p:nvSpPr>
        <p:spPr>
          <a:xfrm>
            <a:off x="580339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2" name="Shape 630"/>
          <p:cNvSpPr/>
          <p:nvPr/>
        </p:nvSpPr>
        <p:spPr>
          <a:xfrm>
            <a:off x="614476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3" name="Shape 631"/>
          <p:cNvSpPr/>
          <p:nvPr/>
        </p:nvSpPr>
        <p:spPr>
          <a:xfrm>
            <a:off x="648614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4" name="Shape 632"/>
          <p:cNvSpPr/>
          <p:nvPr/>
        </p:nvSpPr>
        <p:spPr>
          <a:xfrm>
            <a:off x="682752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5" name="Shape 633"/>
          <p:cNvSpPr/>
          <p:nvPr/>
        </p:nvSpPr>
        <p:spPr>
          <a:xfrm>
            <a:off x="716889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6" name="Shape 634"/>
          <p:cNvSpPr/>
          <p:nvPr/>
        </p:nvSpPr>
        <p:spPr>
          <a:xfrm>
            <a:off x="751027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7" name="Shape 635"/>
          <p:cNvSpPr/>
          <p:nvPr/>
        </p:nvSpPr>
        <p:spPr>
          <a:xfrm>
            <a:off x="785164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8" name="Shape 636"/>
          <p:cNvSpPr/>
          <p:nvPr/>
        </p:nvSpPr>
        <p:spPr>
          <a:xfrm>
            <a:off x="819302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39" name="Shape 637"/>
          <p:cNvSpPr/>
          <p:nvPr/>
        </p:nvSpPr>
        <p:spPr>
          <a:xfrm>
            <a:off x="853440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0" name="Shape 638"/>
          <p:cNvSpPr/>
          <p:nvPr/>
        </p:nvSpPr>
        <p:spPr>
          <a:xfrm>
            <a:off x="887577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1" name="Shape 639"/>
          <p:cNvSpPr/>
          <p:nvPr/>
        </p:nvSpPr>
        <p:spPr>
          <a:xfrm>
            <a:off x="921715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2" name="Shape 640"/>
          <p:cNvSpPr/>
          <p:nvPr/>
        </p:nvSpPr>
        <p:spPr>
          <a:xfrm>
            <a:off x="955852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3" name="Shape 641"/>
          <p:cNvSpPr/>
          <p:nvPr/>
        </p:nvSpPr>
        <p:spPr>
          <a:xfrm>
            <a:off x="989990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4" name="Shape 642"/>
          <p:cNvSpPr/>
          <p:nvPr/>
        </p:nvSpPr>
        <p:spPr>
          <a:xfrm>
            <a:off x="1024128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5" name="Shape 643"/>
          <p:cNvSpPr/>
          <p:nvPr/>
        </p:nvSpPr>
        <p:spPr>
          <a:xfrm>
            <a:off x="10582656"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6" name="Shape 644"/>
          <p:cNvSpPr/>
          <p:nvPr/>
        </p:nvSpPr>
        <p:spPr>
          <a:xfrm>
            <a:off x="10924032"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7" name="Shape 645"/>
          <p:cNvSpPr/>
          <p:nvPr/>
        </p:nvSpPr>
        <p:spPr>
          <a:xfrm>
            <a:off x="11265408"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8" name="Shape 646"/>
          <p:cNvSpPr/>
          <p:nvPr/>
        </p:nvSpPr>
        <p:spPr>
          <a:xfrm>
            <a:off x="11606784"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49" name="Shape 647"/>
          <p:cNvSpPr/>
          <p:nvPr/>
        </p:nvSpPr>
        <p:spPr>
          <a:xfrm>
            <a:off x="11948160" y="5803392"/>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0" name="Shape 648"/>
          <p:cNvSpPr/>
          <p:nvPr/>
        </p:nvSpPr>
        <p:spPr>
          <a:xfrm>
            <a:off x="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1" name="Shape 649"/>
          <p:cNvSpPr/>
          <p:nvPr/>
        </p:nvSpPr>
        <p:spPr>
          <a:xfrm>
            <a:off x="34137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2" name="Shape 650"/>
          <p:cNvSpPr/>
          <p:nvPr/>
        </p:nvSpPr>
        <p:spPr>
          <a:xfrm>
            <a:off x="68275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3" name="Shape 651"/>
          <p:cNvSpPr/>
          <p:nvPr/>
        </p:nvSpPr>
        <p:spPr>
          <a:xfrm>
            <a:off x="102412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4" name="Shape 652"/>
          <p:cNvSpPr/>
          <p:nvPr/>
        </p:nvSpPr>
        <p:spPr>
          <a:xfrm>
            <a:off x="136550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5" name="Shape 653"/>
          <p:cNvSpPr/>
          <p:nvPr/>
        </p:nvSpPr>
        <p:spPr>
          <a:xfrm>
            <a:off x="170688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6" name="Shape 654"/>
          <p:cNvSpPr/>
          <p:nvPr/>
        </p:nvSpPr>
        <p:spPr>
          <a:xfrm>
            <a:off x="204825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7" name="Shape 655"/>
          <p:cNvSpPr/>
          <p:nvPr/>
        </p:nvSpPr>
        <p:spPr>
          <a:xfrm>
            <a:off x="238963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8" name="Shape 656"/>
          <p:cNvSpPr/>
          <p:nvPr/>
        </p:nvSpPr>
        <p:spPr>
          <a:xfrm>
            <a:off x="273100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59" name="Shape 657"/>
          <p:cNvSpPr/>
          <p:nvPr/>
        </p:nvSpPr>
        <p:spPr>
          <a:xfrm>
            <a:off x="307238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0" name="Shape 658"/>
          <p:cNvSpPr/>
          <p:nvPr/>
        </p:nvSpPr>
        <p:spPr>
          <a:xfrm>
            <a:off x="341376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1" name="Shape 659"/>
          <p:cNvSpPr/>
          <p:nvPr/>
        </p:nvSpPr>
        <p:spPr>
          <a:xfrm>
            <a:off x="375513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2" name="Shape 660"/>
          <p:cNvSpPr/>
          <p:nvPr/>
        </p:nvSpPr>
        <p:spPr>
          <a:xfrm>
            <a:off x="409651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3" name="Shape 661"/>
          <p:cNvSpPr/>
          <p:nvPr/>
        </p:nvSpPr>
        <p:spPr>
          <a:xfrm>
            <a:off x="443788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4" name="Shape 662"/>
          <p:cNvSpPr/>
          <p:nvPr/>
        </p:nvSpPr>
        <p:spPr>
          <a:xfrm>
            <a:off x="477926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5" name="Shape 663"/>
          <p:cNvSpPr/>
          <p:nvPr/>
        </p:nvSpPr>
        <p:spPr>
          <a:xfrm>
            <a:off x="512064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6" name="Shape 664"/>
          <p:cNvSpPr/>
          <p:nvPr/>
        </p:nvSpPr>
        <p:spPr>
          <a:xfrm>
            <a:off x="546201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7" name="Shape 665"/>
          <p:cNvSpPr/>
          <p:nvPr/>
        </p:nvSpPr>
        <p:spPr>
          <a:xfrm>
            <a:off x="580339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8" name="Shape 666"/>
          <p:cNvSpPr/>
          <p:nvPr/>
        </p:nvSpPr>
        <p:spPr>
          <a:xfrm>
            <a:off x="614476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69" name="Shape 667"/>
          <p:cNvSpPr/>
          <p:nvPr/>
        </p:nvSpPr>
        <p:spPr>
          <a:xfrm>
            <a:off x="648614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0" name="Shape 668"/>
          <p:cNvSpPr/>
          <p:nvPr/>
        </p:nvSpPr>
        <p:spPr>
          <a:xfrm>
            <a:off x="682752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1" name="Shape 669"/>
          <p:cNvSpPr/>
          <p:nvPr/>
        </p:nvSpPr>
        <p:spPr>
          <a:xfrm>
            <a:off x="716889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2" name="Shape 670"/>
          <p:cNvSpPr/>
          <p:nvPr/>
        </p:nvSpPr>
        <p:spPr>
          <a:xfrm>
            <a:off x="751027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3" name="Shape 671"/>
          <p:cNvSpPr/>
          <p:nvPr/>
        </p:nvSpPr>
        <p:spPr>
          <a:xfrm>
            <a:off x="785164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4" name="Shape 672"/>
          <p:cNvSpPr/>
          <p:nvPr/>
        </p:nvSpPr>
        <p:spPr>
          <a:xfrm>
            <a:off x="819302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5" name="Shape 673"/>
          <p:cNvSpPr/>
          <p:nvPr/>
        </p:nvSpPr>
        <p:spPr>
          <a:xfrm>
            <a:off x="853440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6" name="Shape 674"/>
          <p:cNvSpPr/>
          <p:nvPr/>
        </p:nvSpPr>
        <p:spPr>
          <a:xfrm>
            <a:off x="887577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7" name="Shape 675"/>
          <p:cNvSpPr/>
          <p:nvPr/>
        </p:nvSpPr>
        <p:spPr>
          <a:xfrm>
            <a:off x="921715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8" name="Shape 676"/>
          <p:cNvSpPr/>
          <p:nvPr/>
        </p:nvSpPr>
        <p:spPr>
          <a:xfrm>
            <a:off x="955852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79" name="Shape 677"/>
          <p:cNvSpPr/>
          <p:nvPr/>
        </p:nvSpPr>
        <p:spPr>
          <a:xfrm>
            <a:off x="989990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0" name="Shape 678"/>
          <p:cNvSpPr/>
          <p:nvPr/>
        </p:nvSpPr>
        <p:spPr>
          <a:xfrm>
            <a:off x="1024128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1" name="Shape 679"/>
          <p:cNvSpPr/>
          <p:nvPr/>
        </p:nvSpPr>
        <p:spPr>
          <a:xfrm>
            <a:off x="10582656"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2" name="Shape 680"/>
          <p:cNvSpPr/>
          <p:nvPr/>
        </p:nvSpPr>
        <p:spPr>
          <a:xfrm>
            <a:off x="10924032"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3" name="Shape 681"/>
          <p:cNvSpPr/>
          <p:nvPr/>
        </p:nvSpPr>
        <p:spPr>
          <a:xfrm>
            <a:off x="11265408"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4" name="Shape 682"/>
          <p:cNvSpPr/>
          <p:nvPr/>
        </p:nvSpPr>
        <p:spPr>
          <a:xfrm>
            <a:off x="11606784"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5" name="Shape 683"/>
          <p:cNvSpPr/>
          <p:nvPr/>
        </p:nvSpPr>
        <p:spPr>
          <a:xfrm>
            <a:off x="11948160" y="6144768"/>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6" name="Shape 684"/>
          <p:cNvSpPr/>
          <p:nvPr/>
        </p:nvSpPr>
        <p:spPr>
          <a:xfrm>
            <a:off x="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7" name="Shape 685"/>
          <p:cNvSpPr/>
          <p:nvPr/>
        </p:nvSpPr>
        <p:spPr>
          <a:xfrm>
            <a:off x="34137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8" name="Shape 686"/>
          <p:cNvSpPr/>
          <p:nvPr/>
        </p:nvSpPr>
        <p:spPr>
          <a:xfrm>
            <a:off x="68275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89" name="Shape 687"/>
          <p:cNvSpPr/>
          <p:nvPr/>
        </p:nvSpPr>
        <p:spPr>
          <a:xfrm>
            <a:off x="102412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0" name="Shape 688"/>
          <p:cNvSpPr/>
          <p:nvPr/>
        </p:nvSpPr>
        <p:spPr>
          <a:xfrm>
            <a:off x="136550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1" name="Shape 689"/>
          <p:cNvSpPr/>
          <p:nvPr/>
        </p:nvSpPr>
        <p:spPr>
          <a:xfrm>
            <a:off x="170688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2" name="Shape 690"/>
          <p:cNvSpPr/>
          <p:nvPr/>
        </p:nvSpPr>
        <p:spPr>
          <a:xfrm>
            <a:off x="204825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3" name="Shape 691"/>
          <p:cNvSpPr/>
          <p:nvPr/>
        </p:nvSpPr>
        <p:spPr>
          <a:xfrm>
            <a:off x="238963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4" name="Shape 692"/>
          <p:cNvSpPr/>
          <p:nvPr/>
        </p:nvSpPr>
        <p:spPr>
          <a:xfrm>
            <a:off x="273100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5" name="Shape 693"/>
          <p:cNvSpPr/>
          <p:nvPr/>
        </p:nvSpPr>
        <p:spPr>
          <a:xfrm>
            <a:off x="307238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6" name="Shape 694"/>
          <p:cNvSpPr/>
          <p:nvPr/>
        </p:nvSpPr>
        <p:spPr>
          <a:xfrm>
            <a:off x="341376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7" name="Shape 695"/>
          <p:cNvSpPr/>
          <p:nvPr/>
        </p:nvSpPr>
        <p:spPr>
          <a:xfrm>
            <a:off x="375513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8" name="Shape 696"/>
          <p:cNvSpPr/>
          <p:nvPr/>
        </p:nvSpPr>
        <p:spPr>
          <a:xfrm>
            <a:off x="409651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699" name="Shape 697"/>
          <p:cNvSpPr/>
          <p:nvPr/>
        </p:nvSpPr>
        <p:spPr>
          <a:xfrm>
            <a:off x="443788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0" name="Shape 698"/>
          <p:cNvSpPr/>
          <p:nvPr/>
        </p:nvSpPr>
        <p:spPr>
          <a:xfrm>
            <a:off x="477926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1" name="Shape 699"/>
          <p:cNvSpPr/>
          <p:nvPr/>
        </p:nvSpPr>
        <p:spPr>
          <a:xfrm>
            <a:off x="512064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2" name="Shape 700"/>
          <p:cNvSpPr/>
          <p:nvPr/>
        </p:nvSpPr>
        <p:spPr>
          <a:xfrm>
            <a:off x="546201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3" name="Shape 701"/>
          <p:cNvSpPr/>
          <p:nvPr/>
        </p:nvSpPr>
        <p:spPr>
          <a:xfrm>
            <a:off x="580339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4" name="Shape 702"/>
          <p:cNvSpPr/>
          <p:nvPr/>
        </p:nvSpPr>
        <p:spPr>
          <a:xfrm>
            <a:off x="614476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5" name="Shape 703"/>
          <p:cNvSpPr/>
          <p:nvPr/>
        </p:nvSpPr>
        <p:spPr>
          <a:xfrm>
            <a:off x="648614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6" name="Shape 704"/>
          <p:cNvSpPr/>
          <p:nvPr/>
        </p:nvSpPr>
        <p:spPr>
          <a:xfrm>
            <a:off x="682752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7" name="Shape 705"/>
          <p:cNvSpPr/>
          <p:nvPr/>
        </p:nvSpPr>
        <p:spPr>
          <a:xfrm>
            <a:off x="716889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8" name="Shape 706"/>
          <p:cNvSpPr/>
          <p:nvPr/>
        </p:nvSpPr>
        <p:spPr>
          <a:xfrm>
            <a:off x="751027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09" name="Shape 707"/>
          <p:cNvSpPr/>
          <p:nvPr/>
        </p:nvSpPr>
        <p:spPr>
          <a:xfrm>
            <a:off x="785164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0" name="Shape 708"/>
          <p:cNvSpPr/>
          <p:nvPr/>
        </p:nvSpPr>
        <p:spPr>
          <a:xfrm>
            <a:off x="819302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1" name="Shape 709"/>
          <p:cNvSpPr/>
          <p:nvPr/>
        </p:nvSpPr>
        <p:spPr>
          <a:xfrm>
            <a:off x="853440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2" name="Shape 710"/>
          <p:cNvSpPr/>
          <p:nvPr/>
        </p:nvSpPr>
        <p:spPr>
          <a:xfrm>
            <a:off x="887577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3" name="Shape 711"/>
          <p:cNvSpPr/>
          <p:nvPr/>
        </p:nvSpPr>
        <p:spPr>
          <a:xfrm>
            <a:off x="921715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4" name="Shape 712"/>
          <p:cNvSpPr/>
          <p:nvPr/>
        </p:nvSpPr>
        <p:spPr>
          <a:xfrm>
            <a:off x="955852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5" name="Shape 713"/>
          <p:cNvSpPr/>
          <p:nvPr/>
        </p:nvSpPr>
        <p:spPr>
          <a:xfrm>
            <a:off x="989990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6" name="Shape 714"/>
          <p:cNvSpPr/>
          <p:nvPr/>
        </p:nvSpPr>
        <p:spPr>
          <a:xfrm>
            <a:off x="1024128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7" name="Shape 715"/>
          <p:cNvSpPr/>
          <p:nvPr/>
        </p:nvSpPr>
        <p:spPr>
          <a:xfrm>
            <a:off x="10582656"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8" name="Shape 716"/>
          <p:cNvSpPr/>
          <p:nvPr/>
        </p:nvSpPr>
        <p:spPr>
          <a:xfrm>
            <a:off x="10924032"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19" name="Shape 717"/>
          <p:cNvSpPr/>
          <p:nvPr/>
        </p:nvSpPr>
        <p:spPr>
          <a:xfrm>
            <a:off x="11265408"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0" name="Shape 718"/>
          <p:cNvSpPr/>
          <p:nvPr/>
        </p:nvSpPr>
        <p:spPr>
          <a:xfrm>
            <a:off x="11606784"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1" name="Shape 719"/>
          <p:cNvSpPr/>
          <p:nvPr/>
        </p:nvSpPr>
        <p:spPr>
          <a:xfrm>
            <a:off x="11948160" y="6486144"/>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2" name="Shape 720"/>
          <p:cNvSpPr/>
          <p:nvPr/>
        </p:nvSpPr>
        <p:spPr>
          <a:xfrm>
            <a:off x="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3" name="Shape 721"/>
          <p:cNvSpPr/>
          <p:nvPr/>
        </p:nvSpPr>
        <p:spPr>
          <a:xfrm>
            <a:off x="34137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4" name="Shape 722"/>
          <p:cNvSpPr/>
          <p:nvPr/>
        </p:nvSpPr>
        <p:spPr>
          <a:xfrm>
            <a:off x="68275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5" name="Shape 723"/>
          <p:cNvSpPr/>
          <p:nvPr/>
        </p:nvSpPr>
        <p:spPr>
          <a:xfrm>
            <a:off x="102412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6" name="Shape 724"/>
          <p:cNvSpPr/>
          <p:nvPr/>
        </p:nvSpPr>
        <p:spPr>
          <a:xfrm>
            <a:off x="136550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7" name="Shape 725"/>
          <p:cNvSpPr/>
          <p:nvPr/>
        </p:nvSpPr>
        <p:spPr>
          <a:xfrm>
            <a:off x="170688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8" name="Shape 726"/>
          <p:cNvSpPr/>
          <p:nvPr/>
        </p:nvSpPr>
        <p:spPr>
          <a:xfrm>
            <a:off x="204825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29" name="Shape 727"/>
          <p:cNvSpPr/>
          <p:nvPr/>
        </p:nvSpPr>
        <p:spPr>
          <a:xfrm>
            <a:off x="238963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0" name="Shape 728"/>
          <p:cNvSpPr/>
          <p:nvPr/>
        </p:nvSpPr>
        <p:spPr>
          <a:xfrm>
            <a:off x="273100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1" name="Shape 729"/>
          <p:cNvSpPr/>
          <p:nvPr/>
        </p:nvSpPr>
        <p:spPr>
          <a:xfrm>
            <a:off x="307238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2" name="Shape 730"/>
          <p:cNvSpPr/>
          <p:nvPr/>
        </p:nvSpPr>
        <p:spPr>
          <a:xfrm>
            <a:off x="341376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3" name="Shape 731"/>
          <p:cNvSpPr/>
          <p:nvPr/>
        </p:nvSpPr>
        <p:spPr>
          <a:xfrm>
            <a:off x="375513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4" name="Shape 732"/>
          <p:cNvSpPr/>
          <p:nvPr/>
        </p:nvSpPr>
        <p:spPr>
          <a:xfrm>
            <a:off x="409651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5" name="Shape 733"/>
          <p:cNvSpPr/>
          <p:nvPr/>
        </p:nvSpPr>
        <p:spPr>
          <a:xfrm>
            <a:off x="443788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6" name="Shape 734"/>
          <p:cNvSpPr/>
          <p:nvPr/>
        </p:nvSpPr>
        <p:spPr>
          <a:xfrm>
            <a:off x="477926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7" name="Shape 735"/>
          <p:cNvSpPr/>
          <p:nvPr/>
        </p:nvSpPr>
        <p:spPr>
          <a:xfrm>
            <a:off x="512064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8" name="Shape 736"/>
          <p:cNvSpPr/>
          <p:nvPr/>
        </p:nvSpPr>
        <p:spPr>
          <a:xfrm>
            <a:off x="546201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39" name="Shape 737"/>
          <p:cNvSpPr/>
          <p:nvPr/>
        </p:nvSpPr>
        <p:spPr>
          <a:xfrm>
            <a:off x="580339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0" name="Shape 738"/>
          <p:cNvSpPr/>
          <p:nvPr/>
        </p:nvSpPr>
        <p:spPr>
          <a:xfrm>
            <a:off x="614476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1" name="Shape 739"/>
          <p:cNvSpPr/>
          <p:nvPr/>
        </p:nvSpPr>
        <p:spPr>
          <a:xfrm>
            <a:off x="648614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2" name="Shape 740"/>
          <p:cNvSpPr/>
          <p:nvPr/>
        </p:nvSpPr>
        <p:spPr>
          <a:xfrm>
            <a:off x="682752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3" name="Shape 741"/>
          <p:cNvSpPr/>
          <p:nvPr/>
        </p:nvSpPr>
        <p:spPr>
          <a:xfrm>
            <a:off x="716889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4" name="Shape 742"/>
          <p:cNvSpPr/>
          <p:nvPr/>
        </p:nvSpPr>
        <p:spPr>
          <a:xfrm>
            <a:off x="751027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5" name="Shape 743"/>
          <p:cNvSpPr/>
          <p:nvPr/>
        </p:nvSpPr>
        <p:spPr>
          <a:xfrm>
            <a:off x="785164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6" name="Shape 744"/>
          <p:cNvSpPr/>
          <p:nvPr/>
        </p:nvSpPr>
        <p:spPr>
          <a:xfrm>
            <a:off x="819302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7" name="Shape 745"/>
          <p:cNvSpPr/>
          <p:nvPr/>
        </p:nvSpPr>
        <p:spPr>
          <a:xfrm>
            <a:off x="853440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8" name="Shape 746"/>
          <p:cNvSpPr/>
          <p:nvPr/>
        </p:nvSpPr>
        <p:spPr>
          <a:xfrm>
            <a:off x="887577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49" name="Shape 747"/>
          <p:cNvSpPr/>
          <p:nvPr/>
        </p:nvSpPr>
        <p:spPr>
          <a:xfrm>
            <a:off x="921715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0" name="Shape 748"/>
          <p:cNvSpPr/>
          <p:nvPr/>
        </p:nvSpPr>
        <p:spPr>
          <a:xfrm>
            <a:off x="955852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1" name="Shape 749"/>
          <p:cNvSpPr/>
          <p:nvPr/>
        </p:nvSpPr>
        <p:spPr>
          <a:xfrm>
            <a:off x="989990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2" name="Shape 750"/>
          <p:cNvSpPr/>
          <p:nvPr/>
        </p:nvSpPr>
        <p:spPr>
          <a:xfrm>
            <a:off x="1024128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3" name="Shape 751"/>
          <p:cNvSpPr/>
          <p:nvPr/>
        </p:nvSpPr>
        <p:spPr>
          <a:xfrm>
            <a:off x="10582656"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4" name="Shape 752"/>
          <p:cNvSpPr/>
          <p:nvPr/>
        </p:nvSpPr>
        <p:spPr>
          <a:xfrm>
            <a:off x="10924032"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5" name="Shape 753"/>
          <p:cNvSpPr/>
          <p:nvPr/>
        </p:nvSpPr>
        <p:spPr>
          <a:xfrm>
            <a:off x="11265408"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6" name="Shape 754"/>
          <p:cNvSpPr/>
          <p:nvPr/>
        </p:nvSpPr>
        <p:spPr>
          <a:xfrm>
            <a:off x="11606784"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7" name="Shape 755"/>
          <p:cNvSpPr/>
          <p:nvPr/>
        </p:nvSpPr>
        <p:spPr>
          <a:xfrm>
            <a:off x="11948160" y="6827520"/>
            <a:ext cx="48768" cy="48768"/>
          </a:xfrm>
          <a:prstGeom prst="ellipse">
            <a:avLst/>
          </a:prstGeom>
          <a:solidFill>
            <a:srgbClr val="3A5A7A"/>
          </a:solidFill>
          <a:ln w="12700">
            <a:solidFill>
              <a:srgbClr val="3A5A7A"/>
            </a:solidFill>
            <a:prstDash val="solid"/>
          </a:ln>
        </p:spPr>
        <p:txBody>
          <a:bodyPr/>
          <a:lstStyle/>
          <a:p>
            <a:pPr defTabSz="1219170"/>
            <a:endParaRPr lang="en-US" sz="2400">
              <a:solidFill>
                <a:prstClr val="black"/>
              </a:solidFill>
              <a:latin typeface="Calibri" panose="020F0502020204030204"/>
            </a:endParaRPr>
          </a:p>
        </p:txBody>
      </p:sp>
      <p:sp>
        <p:nvSpPr>
          <p:cNvPr id="758" name="Shape 756"/>
          <p:cNvSpPr/>
          <p:nvPr/>
        </p:nvSpPr>
        <p:spPr>
          <a:xfrm>
            <a:off x="0" y="0"/>
            <a:ext cx="12192000" cy="109728"/>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59" name="Shape 757"/>
          <p:cNvSpPr/>
          <p:nvPr/>
        </p:nvSpPr>
        <p:spPr>
          <a:xfrm>
            <a:off x="0" y="6461760"/>
            <a:ext cx="12192000" cy="396240"/>
          </a:xfrm>
          <a:prstGeom prst="rect">
            <a:avLst/>
          </a:prstGeom>
          <a:solidFill>
            <a:srgbClr val="00C8E8">
              <a:alpha val="1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760" name="Shape 758"/>
          <p:cNvSpPr/>
          <p:nvPr/>
        </p:nvSpPr>
        <p:spPr>
          <a:xfrm>
            <a:off x="0" y="6461760"/>
            <a:ext cx="121920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61" name="Shape 759"/>
          <p:cNvSpPr/>
          <p:nvPr/>
        </p:nvSpPr>
        <p:spPr>
          <a:xfrm>
            <a:off x="0" y="6437376"/>
            <a:ext cx="121920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762" name="Text 760"/>
          <p:cNvSpPr/>
          <p:nvPr/>
        </p:nvSpPr>
        <p:spPr>
          <a:xfrm>
            <a:off x="609600" y="1158240"/>
            <a:ext cx="10972800" cy="1341120"/>
          </a:xfrm>
          <a:prstGeom prst="rect">
            <a:avLst/>
          </a:prstGeom>
          <a:noFill/>
          <a:ln/>
        </p:spPr>
        <p:txBody>
          <a:bodyPr wrap="square" lIns="0" tIns="0" rIns="0" bIns="0" rtlCol="0" anchor="ctr"/>
          <a:lstStyle/>
          <a:p>
            <a:pPr algn="ctr" defTabSz="1219170"/>
            <a:r>
              <a:rPr lang="en-US" sz="9600" b="1" dirty="0">
                <a:solidFill>
                  <a:srgbClr val="FFFFFF"/>
                </a:solidFill>
                <a:latin typeface="Calibri" pitchFamily="34" charset="0"/>
                <a:ea typeface="Calibri" pitchFamily="34" charset="-122"/>
                <a:cs typeface="Calibri" pitchFamily="34" charset="-120"/>
              </a:rPr>
              <a:t>Thank You</a:t>
            </a:r>
            <a:endParaRPr lang="en-US" sz="9600" dirty="0">
              <a:solidFill>
                <a:prstClr val="black"/>
              </a:solidFill>
              <a:latin typeface="Calibri" panose="020F0502020204030204"/>
            </a:endParaRPr>
          </a:p>
        </p:txBody>
      </p:sp>
      <p:sp>
        <p:nvSpPr>
          <p:cNvPr id="763" name="Text 761"/>
          <p:cNvSpPr/>
          <p:nvPr/>
        </p:nvSpPr>
        <p:spPr>
          <a:xfrm>
            <a:off x="609600" y="2560320"/>
            <a:ext cx="10972800" cy="609600"/>
          </a:xfrm>
          <a:prstGeom prst="rect">
            <a:avLst/>
          </a:prstGeom>
          <a:noFill/>
          <a:ln/>
        </p:spPr>
        <p:txBody>
          <a:bodyPr wrap="square" lIns="0" tIns="0" rIns="0" bIns="0" rtlCol="0" anchor="ctr"/>
          <a:lstStyle/>
          <a:p>
            <a:pPr algn="ctr" defTabSz="1219170"/>
            <a:r>
              <a:rPr lang="en-US" sz="2933" kern="0" spc="267" dirty="0">
                <a:solidFill>
                  <a:srgbClr val="00C8E8"/>
                </a:solidFill>
                <a:latin typeface="Calibri" pitchFamily="34" charset="0"/>
                <a:ea typeface="Calibri" pitchFamily="34" charset="-122"/>
                <a:cs typeface="Calibri" pitchFamily="34" charset="-120"/>
              </a:rPr>
              <a:t>Questions &amp; Discussion</a:t>
            </a:r>
            <a:endParaRPr lang="en-US" sz="2933" dirty="0">
              <a:solidFill>
                <a:prstClr val="black"/>
              </a:solidFill>
              <a:latin typeface="Calibri" panose="020F0502020204030204"/>
            </a:endParaRPr>
          </a:p>
        </p:txBody>
      </p:sp>
      <p:sp>
        <p:nvSpPr>
          <p:cNvPr id="764" name="Shape 762"/>
          <p:cNvSpPr/>
          <p:nvPr/>
        </p:nvSpPr>
        <p:spPr>
          <a:xfrm>
            <a:off x="3048000" y="3316224"/>
            <a:ext cx="6096000" cy="24384"/>
          </a:xfrm>
          <a:prstGeom prst="rect">
            <a:avLst/>
          </a:prstGeom>
          <a:solidFill>
            <a:srgbClr val="00C8E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65" name="Shape 763"/>
          <p:cNvSpPr/>
          <p:nvPr/>
        </p:nvSpPr>
        <p:spPr>
          <a:xfrm>
            <a:off x="3048000" y="3291840"/>
            <a:ext cx="6096000" cy="73152"/>
          </a:xfrm>
          <a:prstGeom prst="rect">
            <a:avLst/>
          </a:prstGeom>
          <a:solidFill>
            <a:srgbClr val="00C8E8">
              <a:alpha val="20000"/>
            </a:srgbClr>
          </a:solidFill>
          <a:ln w="12700">
            <a:solidFill>
              <a:srgbClr val="000000"/>
            </a:solidFill>
            <a:prstDash val="solid"/>
          </a:ln>
        </p:spPr>
        <p:txBody>
          <a:bodyPr/>
          <a:lstStyle/>
          <a:p>
            <a:pPr defTabSz="1219170"/>
            <a:endParaRPr lang="en-US" sz="2400">
              <a:solidFill>
                <a:prstClr val="black"/>
              </a:solidFill>
              <a:latin typeface="Calibri" panose="020F0502020204030204"/>
            </a:endParaRPr>
          </a:p>
        </p:txBody>
      </p:sp>
      <p:sp>
        <p:nvSpPr>
          <p:cNvPr id="766" name="Shape 764"/>
          <p:cNvSpPr/>
          <p:nvPr/>
        </p:nvSpPr>
        <p:spPr>
          <a:xfrm>
            <a:off x="487680" y="3560064"/>
            <a:ext cx="2097024" cy="414528"/>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67" name="Text 765"/>
          <p:cNvSpPr/>
          <p:nvPr/>
        </p:nvSpPr>
        <p:spPr>
          <a:xfrm>
            <a:off x="487680"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Visibility Graph + Dijkstra</a:t>
            </a:r>
            <a:endParaRPr lang="en-US" sz="1067" dirty="0">
              <a:solidFill>
                <a:prstClr val="black"/>
              </a:solidFill>
              <a:latin typeface="Calibri" panose="020F0502020204030204"/>
            </a:endParaRPr>
          </a:p>
        </p:txBody>
      </p:sp>
      <p:sp>
        <p:nvSpPr>
          <p:cNvPr id="768" name="Shape 766"/>
          <p:cNvSpPr/>
          <p:nvPr/>
        </p:nvSpPr>
        <p:spPr>
          <a:xfrm>
            <a:off x="2779776" y="3560064"/>
            <a:ext cx="2097024" cy="414528"/>
          </a:xfrm>
          <a:prstGeom prst="rect">
            <a:avLst/>
          </a:prstGeom>
          <a:solidFill>
            <a:srgbClr val="122848"/>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769" name="Text 767"/>
          <p:cNvSpPr/>
          <p:nvPr/>
        </p:nvSpPr>
        <p:spPr>
          <a:xfrm>
            <a:off x="2779776"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Buffered A*</a:t>
            </a:r>
            <a:endParaRPr lang="en-US" sz="1067" dirty="0">
              <a:solidFill>
                <a:prstClr val="black"/>
              </a:solidFill>
              <a:latin typeface="Calibri" panose="020F0502020204030204"/>
            </a:endParaRPr>
          </a:p>
        </p:txBody>
      </p:sp>
      <p:sp>
        <p:nvSpPr>
          <p:cNvPr id="770" name="Shape 768"/>
          <p:cNvSpPr/>
          <p:nvPr/>
        </p:nvSpPr>
        <p:spPr>
          <a:xfrm>
            <a:off x="5071872" y="3560064"/>
            <a:ext cx="2097024" cy="414528"/>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71" name="Text 769"/>
          <p:cNvSpPr/>
          <p:nvPr/>
        </p:nvSpPr>
        <p:spPr>
          <a:xfrm>
            <a:off x="5071872"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Trade Study</a:t>
            </a:r>
            <a:endParaRPr lang="en-US" sz="1067" dirty="0">
              <a:solidFill>
                <a:prstClr val="black"/>
              </a:solidFill>
              <a:latin typeface="Calibri" panose="020F0502020204030204"/>
            </a:endParaRPr>
          </a:p>
        </p:txBody>
      </p:sp>
      <p:sp>
        <p:nvSpPr>
          <p:cNvPr id="772" name="Shape 770"/>
          <p:cNvSpPr/>
          <p:nvPr/>
        </p:nvSpPr>
        <p:spPr>
          <a:xfrm>
            <a:off x="7363968" y="3560064"/>
            <a:ext cx="2097024" cy="414528"/>
          </a:xfrm>
          <a:prstGeom prst="rect">
            <a:avLst/>
          </a:prstGeom>
          <a:solidFill>
            <a:srgbClr val="122848"/>
          </a:solidFill>
          <a:ln w="12700">
            <a:solidFill>
              <a:srgbClr val="8B5CF6"/>
            </a:solidFill>
            <a:prstDash val="solid"/>
          </a:ln>
        </p:spPr>
        <p:txBody>
          <a:bodyPr/>
          <a:lstStyle/>
          <a:p>
            <a:pPr defTabSz="1219170"/>
            <a:endParaRPr lang="en-US" sz="2400">
              <a:solidFill>
                <a:prstClr val="black"/>
              </a:solidFill>
              <a:latin typeface="Calibri" panose="020F0502020204030204"/>
            </a:endParaRPr>
          </a:p>
        </p:txBody>
      </p:sp>
      <p:sp>
        <p:nvSpPr>
          <p:cNvPr id="773" name="Text 771"/>
          <p:cNvSpPr/>
          <p:nvPr/>
        </p:nvSpPr>
        <p:spPr>
          <a:xfrm>
            <a:off x="7363968"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Sensitivity Analysis</a:t>
            </a:r>
            <a:endParaRPr lang="en-US" sz="1067" dirty="0">
              <a:solidFill>
                <a:prstClr val="black"/>
              </a:solidFill>
              <a:latin typeface="Calibri" panose="020F0502020204030204"/>
            </a:endParaRPr>
          </a:p>
        </p:txBody>
      </p:sp>
      <p:sp>
        <p:nvSpPr>
          <p:cNvPr id="774" name="Shape 772"/>
          <p:cNvSpPr/>
          <p:nvPr/>
        </p:nvSpPr>
        <p:spPr>
          <a:xfrm>
            <a:off x="9656064" y="3560064"/>
            <a:ext cx="2097024" cy="414528"/>
          </a:xfrm>
          <a:prstGeom prst="rect">
            <a:avLst/>
          </a:prstGeom>
          <a:solidFill>
            <a:srgbClr val="122848"/>
          </a:solidFill>
          <a:ln w="12700">
            <a:solidFill>
              <a:srgbClr val="00C8E8"/>
            </a:solidFill>
            <a:prstDash val="solid"/>
          </a:ln>
        </p:spPr>
        <p:txBody>
          <a:bodyPr/>
          <a:lstStyle/>
          <a:p>
            <a:pPr defTabSz="1219170"/>
            <a:endParaRPr lang="en-US" sz="2400">
              <a:solidFill>
                <a:prstClr val="black"/>
              </a:solidFill>
              <a:latin typeface="Calibri" panose="020F0502020204030204"/>
            </a:endParaRPr>
          </a:p>
        </p:txBody>
      </p:sp>
      <p:sp>
        <p:nvSpPr>
          <p:cNvPr id="775" name="Text 773"/>
          <p:cNvSpPr/>
          <p:nvPr/>
        </p:nvSpPr>
        <p:spPr>
          <a:xfrm>
            <a:off x="9656064" y="3560064"/>
            <a:ext cx="2097024" cy="414528"/>
          </a:xfrm>
          <a:prstGeom prst="rect">
            <a:avLst/>
          </a:prstGeom>
          <a:noFill/>
          <a:ln/>
        </p:spPr>
        <p:txBody>
          <a:bodyPr wrap="square" lIns="0" tIns="0" rIns="0" bIns="0" rtlCol="0" anchor="ctr"/>
          <a:lstStyle/>
          <a:p>
            <a:pPr algn="ctr" defTabSz="1219170"/>
            <a:r>
              <a:rPr lang="en-US" sz="1067" dirty="0">
                <a:solidFill>
                  <a:srgbClr val="7A9BB5"/>
                </a:solidFill>
                <a:latin typeface="Calibri" pitchFamily="34" charset="0"/>
                <a:ea typeface="Calibri" pitchFamily="34" charset="-122"/>
                <a:cs typeface="Calibri" pitchFamily="34" charset="-120"/>
              </a:rPr>
              <a:t>Framework Comparison</a:t>
            </a:r>
            <a:endParaRPr lang="en-US" sz="1067" dirty="0">
              <a:solidFill>
                <a:prstClr val="black"/>
              </a:solidFill>
              <a:latin typeface="Calibri" panose="020F0502020204030204"/>
            </a:endParaRPr>
          </a:p>
        </p:txBody>
      </p:sp>
      <p:sp>
        <p:nvSpPr>
          <p:cNvPr id="776" name="Text 774"/>
          <p:cNvSpPr/>
          <p:nvPr/>
        </p:nvSpPr>
        <p:spPr>
          <a:xfrm>
            <a:off x="609600" y="5913120"/>
            <a:ext cx="10972800" cy="304800"/>
          </a:xfrm>
          <a:prstGeom prst="rect">
            <a:avLst/>
          </a:prstGeom>
          <a:noFill/>
          <a:ln/>
        </p:spPr>
        <p:txBody>
          <a:bodyPr wrap="square" lIns="0" tIns="0" rIns="0" bIns="0" rtlCol="0" anchor="ctr"/>
          <a:lstStyle/>
          <a:p>
            <a:pPr algn="ctr" defTabSz="1219170"/>
            <a:r>
              <a:rPr lang="en-US" sz="1133" kern="0" spc="133" dirty="0">
                <a:solidFill>
                  <a:srgbClr val="7A9BB5"/>
                </a:solidFill>
                <a:latin typeface="Calibri" pitchFamily="34" charset="0"/>
                <a:ea typeface="Calibri" pitchFamily="34" charset="-122"/>
                <a:cs typeface="Calibri" pitchFamily="34" charset="-120"/>
              </a:rPr>
              <a:t>Comparative Frameworks for 3D Urban Path Planning  ·  Graduate Capstone Presentation</a:t>
            </a:r>
            <a:endParaRPr lang="en-US" sz="1133" dirty="0">
              <a:solidFill>
                <a:prstClr val="black"/>
              </a:solidFill>
              <a:latin typeface="Calibri" panose="020F0502020204030204"/>
            </a:endParaRP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685</TotalTime>
  <Words>4099</Words>
  <Application>Microsoft Office PowerPoint</Application>
  <PresentationFormat>Widescreen</PresentationFormat>
  <Paragraphs>883</Paragraphs>
  <Slides>36</Slides>
  <Notes>36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36</vt:i4>
      </vt:variant>
    </vt:vector>
  </HeadingPairs>
  <TitlesOfParts>
    <vt:vector size="43" baseType="lpstr">
      <vt:lpstr>Aptos</vt:lpstr>
      <vt:lpstr>Arial</vt:lpstr>
      <vt:lpstr>Calibri</vt:lpstr>
      <vt:lpstr>Consolas</vt:lpstr>
      <vt:lpstr>Segoe WPC</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Janhavi Satyawan Gaikwad</dc:creator>
  <cp:lastModifiedBy>Janhavi Satyawan Gaikwad</cp:lastModifiedBy>
  <cp:revision>2</cp:revision>
  <dcterms:created xsi:type="dcterms:W3CDTF">2026-05-18T20:35:08Z</dcterms:created>
  <dcterms:modified xsi:type="dcterms:W3CDTF">2026-05-19T08:00:26Z</dcterms:modified>
</cp:coreProperties>
</file>